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3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D3A9C-D54A-494F-80DC-C8E2159BC9B3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C4966-5338-4161-9D81-9AF52A56E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8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d6299f58b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dd6299f58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-39205" y="2966431"/>
            <a:ext cx="12192000" cy="70784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 algn="ctr"/>
            <a:r>
              <a:rPr lang="en-US" sz="4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“AUTOMATED RAW MATERIAL REQUIREMENT AGENT”</a:t>
            </a:r>
            <a:endParaRPr sz="36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sz="1800" b="1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4003286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99"/>
                </a:solidFill>
                <a:latin typeface="Times New Roman"/>
                <a:cs typeface="Times New Roman"/>
                <a:sym typeface="Times New Roman"/>
              </a:rPr>
              <a:t>Name- Madhur Wanjari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 5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Parag Nag     </a:t>
            </a:r>
            <a:endParaRPr dirty="0"/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1. PRESENTATION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Presentation Outline (Part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88720" y="1920240"/>
            <a:ext cx="777240" cy="50292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74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rPr dirty="0"/>
              <a:t>Problem Statements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dirty="0"/>
              <a:t>Challenges in manufacturing raw material planning, stockout risks, and inventory holding penalties in SMEs.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920240"/>
            <a:ext cx="7772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874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Research Initiatives /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Goals of autonomous agentic reasoning, dynamic BOM explosion, and safety stock reserve preservation.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88720" y="4206240"/>
            <a:ext cx="7772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160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Existing Processes / Solutions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Analysis of manual Excel spreadsheets, static calculators, and rigid legacy ERP systems.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029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4206240"/>
            <a:ext cx="77724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16052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Compare &amp; Contrast Alternatives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Feature-by-feature evaluation: Static calculators vs. Multi-step Agentic AI systems.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1BB7818-1C34-C64E-1F80-45D4163B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" y="-27433"/>
            <a:ext cx="12192001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6299f58b_0_111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d6299f58b_0_111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g3dd6299f58b_0_11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90" name="Google Shape;290;g3dd6299f58b_0_11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" name="Google Shape;291;g3dd6299f58b_0_11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92" name="Google Shape;292;g3dd6299f58b_0_11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dd6299f58b_0_11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dd6299f58b_0_11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dd6299f58b_0_11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dd6299f58b_0_11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dd6299f58b_0_11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dd6299f58b_0_11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dd6299f58b_0_11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g3dd6299f58b_0_11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g3dd6299f58b_0_11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g3dd6299f58b_0_11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g3dd6299f58b_0_11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g3dd6299f58b_0_11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g3dd6299f58b_0_11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g3dd6299f58b_0_11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g3dd6299f58b_0_11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g3dd6299f58b_0_11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g3dd6299f58b_0_11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g3dd6299f58b_0_11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g3dd6299f58b_0_11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g3dd6299f58b_0_11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g3dd6299f58b_0_11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g3dd6299f58b_0_11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g3dd6299f58b_0_11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g3dd6299f58b_0_11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g3dd6299f58b_0_11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g3dd6299f58b_0_11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g3dd6299f58b_0_11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g3dd6299f58b_0_11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g3dd6299f58b_0_11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g3dd6299f58b_0_11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g3dd6299f58b_0_11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g3dd6299f58b_0_11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g3dd6299f58b_0_11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g3dd6299f58b_0_11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g3dd6299f58b_0_11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28" name="Google Shape;328;g3dd6299f58b_0_111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dd6299f58b_0_111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dd6299f58b_0_111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dd6299f58b_0_111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dd6299f58b_0_111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dd6299f58b_0_111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dd6299f58b_0_111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dd6299f58b_0_111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dd6299f58b_0_111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g3dd6299f58b_0_111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g3dd6299f58b_0_111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g3dd6299f58b_0_111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g3dd6299f58b_0_111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g3dd6299f58b_0_111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g3dd6299f58b_0_111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g3dd6299f58b_0_111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g3dd6299f58b_0_111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g3dd6299f58b_0_111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g3dd6299f58b_0_111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g3dd6299f58b_0_111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g3dd6299f58b_0_111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g3dd6299f58b_0_111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g3dd6299f58b_0_111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g3dd6299f58b_0_111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g3dd6299f58b_0_111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g3dd6299f58b_0_111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g3dd6299f58b_0_111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g3dd6299f58b_0_111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g3dd6299f58b_0_111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g3dd6299f58b_0_111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g3dd6299f58b_0_111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g3dd6299f58b_0_111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g3dd6299f58b_0_111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g3dd6299f58b_0_111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g3dd6299f58b_0_111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3" name="Google Shape;363;g3dd6299f58b_0_11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3600" b="1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heading of the slide</a:t>
            </a:r>
            <a:endParaRPr sz="3600" b="1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dd6299f58b_0_111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dd6299f58b_0_111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d6299f58b_0_111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d6299f58b_0_111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d6299f58b_0_111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d6299f58b_0_111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dd6299f58b_0_11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d6299f58b_0_111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d6299f58b_0_11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d6299f58b_0_111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d6299f58b_0_111"/>
          <p:cNvSpPr/>
          <p:nvPr/>
        </p:nvSpPr>
        <p:spPr>
          <a:xfrm>
            <a:off x="6153801" y="1197297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dd6299f58b_0_111"/>
          <p:cNvSpPr/>
          <p:nvPr/>
        </p:nvSpPr>
        <p:spPr>
          <a:xfrm>
            <a:off x="7670550" y="3442100"/>
            <a:ext cx="3911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dd6299f58b_0_111"/>
          <p:cNvSpPr/>
          <p:nvPr/>
        </p:nvSpPr>
        <p:spPr>
          <a:xfrm>
            <a:off x="2543292" y="49242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d6299f58b_0_111"/>
          <p:cNvSpPr/>
          <p:nvPr/>
        </p:nvSpPr>
        <p:spPr>
          <a:xfrm>
            <a:off x="1051201" y="2489600"/>
            <a:ext cx="4002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Weaknesses)</a:t>
            </a:r>
            <a:endParaRPr sz="180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d6299f58b_0_111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d6299f58b_0_111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g3dd6299f58b_0_11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85" name="Google Shape;385;g3dd6299f58b_0_111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dd6299f58b_0_111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dd6299f58b_0_111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g3dd6299f58b_0_111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dd6299f58b_0_111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dd6299f58b_0_111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dd6299f58b_0_111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d6299f58b_0_111"/>
          <p:cNvSpPr/>
          <p:nvPr/>
        </p:nvSpPr>
        <p:spPr>
          <a:xfrm>
            <a:off x="9881314" y="802340"/>
            <a:ext cx="21876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3" name="Google Shape;393;g3dd6299f58b_0_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dd6299f58b_0_11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01. Problem Statement: Manufacturing Supply Chain Hurdles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6248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C1D22"/>
                </a:solidFill>
              </a:defRPr>
            </a:pPr>
            <a:r>
              <a:t>• Stockout vs. Overstocking Dilemma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SMEs face high costs from production halts due to material stockouts, or excessive capital tie-up from over-purchasing without demand visibility.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Impact: Halts assembly lines, inflates holding costs by 15-25%.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C1D22"/>
                </a:solidFill>
              </a:defRPr>
            </a:pPr>
            <a:r>
              <a:t>• Safety Stock Buffer Violations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Traditional estimators treat all on-hand warehouse inventory as spendable, inadvertently consuming emergency safety stock reserves.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Impact: Leaves zero resilience against sudden demand spikes or supply delays.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C1D22"/>
                </a:solidFill>
              </a:defRPr>
            </a:pPr>
            <a:r>
              <a:t>• Manual &amp; Error-Prone BOM Explosion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Calculating multi-part Bill of Materials (BOM) for customized batch sizes is manually calculated via error-prone spreadsheets.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Impact: Mismatched procurement quantities and delayed purchase order approvals.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C1D22"/>
                </a:solidFill>
              </a:defRPr>
            </a:pPr>
            <a:r>
              <a:t>• Black-Box Procurement Decisions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Standard tools output flat numbers without auditable justification, chain of thought, or executive explanation for procurement managers.</a:t>
            </a:r>
          </a:p>
          <a:p>
            <a:pPr>
              <a:defRPr sz="1100" b="1">
                <a:solidFill>
                  <a:srgbClr val="D97706"/>
                </a:solidFill>
              </a:defRPr>
            </a:pPr>
            <a:r>
              <a:t>Impact: Lack of managerial trust and slow decision verification.</a:t>
            </a:r>
          </a:p>
        </p:txBody>
      </p:sp>
      <p:grpSp>
        <p:nvGrpSpPr>
          <p:cNvPr id="17" name="Google Shape;289;g3dd6299f58b_0_111">
            <a:extLst>
              <a:ext uri="{FF2B5EF4-FFF2-40B4-BE49-F238E27FC236}">
                <a16:creationId xmlns:a16="http://schemas.microsoft.com/office/drawing/2014/main" id="{D420C438-652A-08D0-D292-C2A156CA26FD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8" name="Google Shape;290;g3dd6299f58b_0_111">
              <a:extLst>
                <a:ext uri="{FF2B5EF4-FFF2-40B4-BE49-F238E27FC236}">
                  <a16:creationId xmlns:a16="http://schemas.microsoft.com/office/drawing/2014/main" id="{432DF712-BFD2-39E9-CAB7-0ACAD0EA3D0A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" name="Google Shape;291;g3dd6299f58b_0_111">
              <a:extLst>
                <a:ext uri="{FF2B5EF4-FFF2-40B4-BE49-F238E27FC236}">
                  <a16:creationId xmlns:a16="http://schemas.microsoft.com/office/drawing/2014/main" id="{5F8BD631-9E32-A6A6-02AC-C37055A2A573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0" name="Google Shape;292;g3dd6299f58b_0_111">
                <a:extLst>
                  <a:ext uri="{FF2B5EF4-FFF2-40B4-BE49-F238E27FC236}">
                    <a16:creationId xmlns:a16="http://schemas.microsoft.com/office/drawing/2014/main" id="{27F2F5C4-06C7-4CA6-48D4-44B3C194D03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3;g3dd6299f58b_0_111">
                <a:extLst>
                  <a:ext uri="{FF2B5EF4-FFF2-40B4-BE49-F238E27FC236}">
                    <a16:creationId xmlns:a16="http://schemas.microsoft.com/office/drawing/2014/main" id="{6CEDFDB4-81BA-088D-1081-FD2186C2C045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4;g3dd6299f58b_0_111">
                <a:extLst>
                  <a:ext uri="{FF2B5EF4-FFF2-40B4-BE49-F238E27FC236}">
                    <a16:creationId xmlns:a16="http://schemas.microsoft.com/office/drawing/2014/main" id="{3541CBB3-681E-E0F6-BAA1-2BBDF967F5BE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5;g3dd6299f58b_0_111">
                <a:extLst>
                  <a:ext uri="{FF2B5EF4-FFF2-40B4-BE49-F238E27FC236}">
                    <a16:creationId xmlns:a16="http://schemas.microsoft.com/office/drawing/2014/main" id="{9BFE1699-BBEC-022E-2E85-DADB93B6E47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6;g3dd6299f58b_0_111">
                <a:extLst>
                  <a:ext uri="{FF2B5EF4-FFF2-40B4-BE49-F238E27FC236}">
                    <a16:creationId xmlns:a16="http://schemas.microsoft.com/office/drawing/2014/main" id="{BF1413D1-D239-C52F-5EFA-AC22B9830A9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7;g3dd6299f58b_0_111">
                <a:extLst>
                  <a:ext uri="{FF2B5EF4-FFF2-40B4-BE49-F238E27FC236}">
                    <a16:creationId xmlns:a16="http://schemas.microsoft.com/office/drawing/2014/main" id="{E9AF04A9-C122-F461-F991-E08EFF9AEA0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98;g3dd6299f58b_0_111">
                <a:extLst>
                  <a:ext uri="{FF2B5EF4-FFF2-40B4-BE49-F238E27FC236}">
                    <a16:creationId xmlns:a16="http://schemas.microsoft.com/office/drawing/2014/main" id="{FA24B8EF-2285-B309-AB4C-8292DCCEB180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99;g3dd6299f58b_0_111">
                <a:extLst>
                  <a:ext uri="{FF2B5EF4-FFF2-40B4-BE49-F238E27FC236}">
                    <a16:creationId xmlns:a16="http://schemas.microsoft.com/office/drawing/2014/main" id="{4D3DF548-E519-0174-3D4C-9CCA0E324A3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0;g3dd6299f58b_0_111">
                <a:extLst>
                  <a:ext uri="{FF2B5EF4-FFF2-40B4-BE49-F238E27FC236}">
                    <a16:creationId xmlns:a16="http://schemas.microsoft.com/office/drawing/2014/main" id="{E3595892-836D-F8C2-DC61-A0F7765AF24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1;g3dd6299f58b_0_111">
                <a:extLst>
                  <a:ext uri="{FF2B5EF4-FFF2-40B4-BE49-F238E27FC236}">
                    <a16:creationId xmlns:a16="http://schemas.microsoft.com/office/drawing/2014/main" id="{BEB06DAE-378D-1384-882B-C761CB95CDC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2;g3dd6299f58b_0_111">
                <a:extLst>
                  <a:ext uri="{FF2B5EF4-FFF2-40B4-BE49-F238E27FC236}">
                    <a16:creationId xmlns:a16="http://schemas.microsoft.com/office/drawing/2014/main" id="{5E9B6E35-95EC-04D2-9430-351363248665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3;g3dd6299f58b_0_111">
                <a:extLst>
                  <a:ext uri="{FF2B5EF4-FFF2-40B4-BE49-F238E27FC236}">
                    <a16:creationId xmlns:a16="http://schemas.microsoft.com/office/drawing/2014/main" id="{43996D2C-CF96-D466-89C7-E3F0BA94C6C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4;g3dd6299f58b_0_111">
                <a:extLst>
                  <a:ext uri="{FF2B5EF4-FFF2-40B4-BE49-F238E27FC236}">
                    <a16:creationId xmlns:a16="http://schemas.microsoft.com/office/drawing/2014/main" id="{F2A33583-BD08-D408-152E-E4D8AD00DD4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5;g3dd6299f58b_0_111">
                <a:extLst>
                  <a:ext uri="{FF2B5EF4-FFF2-40B4-BE49-F238E27FC236}">
                    <a16:creationId xmlns:a16="http://schemas.microsoft.com/office/drawing/2014/main" id="{A5293D17-B148-90CE-6EBE-6720A14F502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6;g3dd6299f58b_0_111">
                <a:extLst>
                  <a:ext uri="{FF2B5EF4-FFF2-40B4-BE49-F238E27FC236}">
                    <a16:creationId xmlns:a16="http://schemas.microsoft.com/office/drawing/2014/main" id="{BDC16D2A-4F74-7E99-0578-A9FF77C37218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7;g3dd6299f58b_0_111">
                <a:extLst>
                  <a:ext uri="{FF2B5EF4-FFF2-40B4-BE49-F238E27FC236}">
                    <a16:creationId xmlns:a16="http://schemas.microsoft.com/office/drawing/2014/main" id="{8277FA52-B417-E56D-1ECA-79A874158282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8;g3dd6299f58b_0_111">
                <a:extLst>
                  <a:ext uri="{FF2B5EF4-FFF2-40B4-BE49-F238E27FC236}">
                    <a16:creationId xmlns:a16="http://schemas.microsoft.com/office/drawing/2014/main" id="{31C3485D-36D2-C1CE-7F5C-AA735ACA4870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9;g3dd6299f58b_0_111">
                <a:extLst>
                  <a:ext uri="{FF2B5EF4-FFF2-40B4-BE49-F238E27FC236}">
                    <a16:creationId xmlns:a16="http://schemas.microsoft.com/office/drawing/2014/main" id="{37184690-C233-CFD0-8232-2FE60A8B7015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0;g3dd6299f58b_0_111">
                <a:extLst>
                  <a:ext uri="{FF2B5EF4-FFF2-40B4-BE49-F238E27FC236}">
                    <a16:creationId xmlns:a16="http://schemas.microsoft.com/office/drawing/2014/main" id="{BEAC7BB8-94F1-B844-F479-FDD27E129653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1;g3dd6299f58b_0_111">
                <a:extLst>
                  <a:ext uri="{FF2B5EF4-FFF2-40B4-BE49-F238E27FC236}">
                    <a16:creationId xmlns:a16="http://schemas.microsoft.com/office/drawing/2014/main" id="{45242886-24F6-978A-AED8-9BC685E4A89F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2;g3dd6299f58b_0_111">
                <a:extLst>
                  <a:ext uri="{FF2B5EF4-FFF2-40B4-BE49-F238E27FC236}">
                    <a16:creationId xmlns:a16="http://schemas.microsoft.com/office/drawing/2014/main" id="{70582221-6913-B23E-71D2-B7BC6D3BB41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3;g3dd6299f58b_0_111">
                <a:extLst>
                  <a:ext uri="{FF2B5EF4-FFF2-40B4-BE49-F238E27FC236}">
                    <a16:creationId xmlns:a16="http://schemas.microsoft.com/office/drawing/2014/main" id="{21531442-0155-8526-6951-DFF6B665E6D0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4;g3dd6299f58b_0_111">
                <a:extLst>
                  <a:ext uri="{FF2B5EF4-FFF2-40B4-BE49-F238E27FC236}">
                    <a16:creationId xmlns:a16="http://schemas.microsoft.com/office/drawing/2014/main" id="{4FC4F3E0-15EA-B0F9-39E5-410A29E7E86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5;g3dd6299f58b_0_111">
                <a:extLst>
                  <a:ext uri="{FF2B5EF4-FFF2-40B4-BE49-F238E27FC236}">
                    <a16:creationId xmlns:a16="http://schemas.microsoft.com/office/drawing/2014/main" id="{88BC4400-77BA-863D-714C-8EC31003190F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6;g3dd6299f58b_0_111">
                <a:extLst>
                  <a:ext uri="{FF2B5EF4-FFF2-40B4-BE49-F238E27FC236}">
                    <a16:creationId xmlns:a16="http://schemas.microsoft.com/office/drawing/2014/main" id="{412025FA-8FF3-AD92-8562-3844F23C2A03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7;g3dd6299f58b_0_111">
                <a:extLst>
                  <a:ext uri="{FF2B5EF4-FFF2-40B4-BE49-F238E27FC236}">
                    <a16:creationId xmlns:a16="http://schemas.microsoft.com/office/drawing/2014/main" id="{960BC1D9-BDE0-8FFA-81A8-1427D8648F2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8;g3dd6299f58b_0_111">
                <a:extLst>
                  <a:ext uri="{FF2B5EF4-FFF2-40B4-BE49-F238E27FC236}">
                    <a16:creationId xmlns:a16="http://schemas.microsoft.com/office/drawing/2014/main" id="{0D377A52-73BE-CF5E-5B78-43E81C3FA2A1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9;g3dd6299f58b_0_111">
                <a:extLst>
                  <a:ext uri="{FF2B5EF4-FFF2-40B4-BE49-F238E27FC236}">
                    <a16:creationId xmlns:a16="http://schemas.microsoft.com/office/drawing/2014/main" id="{AB1AD623-B017-2183-AA9D-8B49C23E4A5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0;g3dd6299f58b_0_111">
                <a:extLst>
                  <a:ext uri="{FF2B5EF4-FFF2-40B4-BE49-F238E27FC236}">
                    <a16:creationId xmlns:a16="http://schemas.microsoft.com/office/drawing/2014/main" id="{D2CD7A13-A2B9-6222-5BA0-7D32F2E33EF2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1;g3dd6299f58b_0_111">
                <a:extLst>
                  <a:ext uri="{FF2B5EF4-FFF2-40B4-BE49-F238E27FC236}">
                    <a16:creationId xmlns:a16="http://schemas.microsoft.com/office/drawing/2014/main" id="{2C4F599F-2B9D-62FF-C238-103433408D6A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2;g3dd6299f58b_0_111">
                <a:extLst>
                  <a:ext uri="{FF2B5EF4-FFF2-40B4-BE49-F238E27FC236}">
                    <a16:creationId xmlns:a16="http://schemas.microsoft.com/office/drawing/2014/main" id="{E017933E-4DB6-0129-9D28-AAEC1AF9E8B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3;g3dd6299f58b_0_111">
                <a:extLst>
                  <a:ext uri="{FF2B5EF4-FFF2-40B4-BE49-F238E27FC236}">
                    <a16:creationId xmlns:a16="http://schemas.microsoft.com/office/drawing/2014/main" id="{787FE85F-5192-9A6B-B09E-79E9D0F28DF8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4;g3dd6299f58b_0_111">
                <a:extLst>
                  <a:ext uri="{FF2B5EF4-FFF2-40B4-BE49-F238E27FC236}">
                    <a16:creationId xmlns:a16="http://schemas.microsoft.com/office/drawing/2014/main" id="{5C4C8F26-CA10-599A-B9E1-0C7BFCB6D41D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25;g3dd6299f58b_0_111">
                <a:extLst>
                  <a:ext uri="{FF2B5EF4-FFF2-40B4-BE49-F238E27FC236}">
                    <a16:creationId xmlns:a16="http://schemas.microsoft.com/office/drawing/2014/main" id="{9E75FBCC-6239-9778-28FD-1BF75F2285AE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26;g3dd6299f58b_0_111">
                <a:extLst>
                  <a:ext uri="{FF2B5EF4-FFF2-40B4-BE49-F238E27FC236}">
                    <a16:creationId xmlns:a16="http://schemas.microsoft.com/office/drawing/2014/main" id="{70565011-FBD0-891B-93F0-D92BB5F718C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" name="Google Shape;327;g3dd6299f58b_0_111">
            <a:extLst>
              <a:ext uri="{FF2B5EF4-FFF2-40B4-BE49-F238E27FC236}">
                <a16:creationId xmlns:a16="http://schemas.microsoft.com/office/drawing/2014/main" id="{0A10004A-0E16-F4EA-B8FC-CBA036010D14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6" name="Google Shape;328;g3dd6299f58b_0_111">
              <a:extLst>
                <a:ext uri="{FF2B5EF4-FFF2-40B4-BE49-F238E27FC236}">
                  <a16:creationId xmlns:a16="http://schemas.microsoft.com/office/drawing/2014/main" id="{1FF02827-B908-D01A-63BC-A3D502DC9DEB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29;g3dd6299f58b_0_111">
              <a:extLst>
                <a:ext uri="{FF2B5EF4-FFF2-40B4-BE49-F238E27FC236}">
                  <a16:creationId xmlns:a16="http://schemas.microsoft.com/office/drawing/2014/main" id="{68B0C635-ACB7-D4E1-473A-56666566A9AF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0;g3dd6299f58b_0_111">
              <a:extLst>
                <a:ext uri="{FF2B5EF4-FFF2-40B4-BE49-F238E27FC236}">
                  <a16:creationId xmlns:a16="http://schemas.microsoft.com/office/drawing/2014/main" id="{12011D8C-4BC0-ACFF-127A-D0E1BF7CB7A3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1;g3dd6299f58b_0_111">
              <a:extLst>
                <a:ext uri="{FF2B5EF4-FFF2-40B4-BE49-F238E27FC236}">
                  <a16:creationId xmlns:a16="http://schemas.microsoft.com/office/drawing/2014/main" id="{A1DC624A-2C22-DEF4-2A1E-542B9176ADF6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2;g3dd6299f58b_0_111">
              <a:extLst>
                <a:ext uri="{FF2B5EF4-FFF2-40B4-BE49-F238E27FC236}">
                  <a16:creationId xmlns:a16="http://schemas.microsoft.com/office/drawing/2014/main" id="{6AB7F6AB-8FEB-F7A9-589E-188A49172CC6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3;g3dd6299f58b_0_111">
              <a:extLst>
                <a:ext uri="{FF2B5EF4-FFF2-40B4-BE49-F238E27FC236}">
                  <a16:creationId xmlns:a16="http://schemas.microsoft.com/office/drawing/2014/main" id="{02616676-904B-A138-9211-2DF7369ACD75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4;g3dd6299f58b_0_111">
              <a:extLst>
                <a:ext uri="{FF2B5EF4-FFF2-40B4-BE49-F238E27FC236}">
                  <a16:creationId xmlns:a16="http://schemas.microsoft.com/office/drawing/2014/main" id="{B3A701C3-11D0-5F5B-0C7D-6F61BB79D9D3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5;g3dd6299f58b_0_111">
              <a:extLst>
                <a:ext uri="{FF2B5EF4-FFF2-40B4-BE49-F238E27FC236}">
                  <a16:creationId xmlns:a16="http://schemas.microsoft.com/office/drawing/2014/main" id="{26D9378A-5F45-E486-9AD1-D1BF6A9EFFAE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6;g3dd6299f58b_0_111">
              <a:extLst>
                <a:ext uri="{FF2B5EF4-FFF2-40B4-BE49-F238E27FC236}">
                  <a16:creationId xmlns:a16="http://schemas.microsoft.com/office/drawing/2014/main" id="{B32D2D9D-5B14-7C2B-46F1-5DF7181D5E2F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7;g3dd6299f58b_0_111">
              <a:extLst>
                <a:ext uri="{FF2B5EF4-FFF2-40B4-BE49-F238E27FC236}">
                  <a16:creationId xmlns:a16="http://schemas.microsoft.com/office/drawing/2014/main" id="{E45D60B8-4205-8CD9-9E7C-C41DCE997380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8;g3dd6299f58b_0_111">
              <a:extLst>
                <a:ext uri="{FF2B5EF4-FFF2-40B4-BE49-F238E27FC236}">
                  <a16:creationId xmlns:a16="http://schemas.microsoft.com/office/drawing/2014/main" id="{71901540-8BCE-132C-986F-82765B394437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9;g3dd6299f58b_0_111">
              <a:extLst>
                <a:ext uri="{FF2B5EF4-FFF2-40B4-BE49-F238E27FC236}">
                  <a16:creationId xmlns:a16="http://schemas.microsoft.com/office/drawing/2014/main" id="{A3D34BC8-E47D-749C-708F-EFCDA4CD3BAE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0;g3dd6299f58b_0_111">
              <a:extLst>
                <a:ext uri="{FF2B5EF4-FFF2-40B4-BE49-F238E27FC236}">
                  <a16:creationId xmlns:a16="http://schemas.microsoft.com/office/drawing/2014/main" id="{EF84AD09-A881-5A95-6739-77E06EC5464E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1;g3dd6299f58b_0_111">
              <a:extLst>
                <a:ext uri="{FF2B5EF4-FFF2-40B4-BE49-F238E27FC236}">
                  <a16:creationId xmlns:a16="http://schemas.microsoft.com/office/drawing/2014/main" id="{FB234D76-AF83-248B-5498-257DFEFEB481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2;g3dd6299f58b_0_111">
              <a:extLst>
                <a:ext uri="{FF2B5EF4-FFF2-40B4-BE49-F238E27FC236}">
                  <a16:creationId xmlns:a16="http://schemas.microsoft.com/office/drawing/2014/main" id="{6F5C8A8F-7030-9EC5-C0EB-BDE75E0CA815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3;g3dd6299f58b_0_111">
              <a:extLst>
                <a:ext uri="{FF2B5EF4-FFF2-40B4-BE49-F238E27FC236}">
                  <a16:creationId xmlns:a16="http://schemas.microsoft.com/office/drawing/2014/main" id="{2FA103B5-B084-102C-05FD-2BA43E2C1E4F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4;g3dd6299f58b_0_111">
              <a:extLst>
                <a:ext uri="{FF2B5EF4-FFF2-40B4-BE49-F238E27FC236}">
                  <a16:creationId xmlns:a16="http://schemas.microsoft.com/office/drawing/2014/main" id="{6FA02964-FAE9-2F6B-F201-C9DFDD7505C4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5;g3dd6299f58b_0_111">
              <a:extLst>
                <a:ext uri="{FF2B5EF4-FFF2-40B4-BE49-F238E27FC236}">
                  <a16:creationId xmlns:a16="http://schemas.microsoft.com/office/drawing/2014/main" id="{048530B4-543F-B7F2-282E-71528B8647DB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6;g3dd6299f58b_0_111">
              <a:extLst>
                <a:ext uri="{FF2B5EF4-FFF2-40B4-BE49-F238E27FC236}">
                  <a16:creationId xmlns:a16="http://schemas.microsoft.com/office/drawing/2014/main" id="{1A2408AF-7680-9AC4-A799-778700721D0A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7;g3dd6299f58b_0_111">
              <a:extLst>
                <a:ext uri="{FF2B5EF4-FFF2-40B4-BE49-F238E27FC236}">
                  <a16:creationId xmlns:a16="http://schemas.microsoft.com/office/drawing/2014/main" id="{45F115AA-DDF8-C27F-DADF-9842DFEA7B58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8;g3dd6299f58b_0_111">
              <a:extLst>
                <a:ext uri="{FF2B5EF4-FFF2-40B4-BE49-F238E27FC236}">
                  <a16:creationId xmlns:a16="http://schemas.microsoft.com/office/drawing/2014/main" id="{5773EF09-CC0F-405E-0CEC-89691B51CD14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9;g3dd6299f58b_0_111">
              <a:extLst>
                <a:ext uri="{FF2B5EF4-FFF2-40B4-BE49-F238E27FC236}">
                  <a16:creationId xmlns:a16="http://schemas.microsoft.com/office/drawing/2014/main" id="{CB835A52-D350-4ED7-6260-47D51CD8F81B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0;g3dd6299f58b_0_111">
              <a:extLst>
                <a:ext uri="{FF2B5EF4-FFF2-40B4-BE49-F238E27FC236}">
                  <a16:creationId xmlns:a16="http://schemas.microsoft.com/office/drawing/2014/main" id="{DCE8DEE0-DBB6-5E43-9874-D990537FD1F3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1;g3dd6299f58b_0_111">
              <a:extLst>
                <a:ext uri="{FF2B5EF4-FFF2-40B4-BE49-F238E27FC236}">
                  <a16:creationId xmlns:a16="http://schemas.microsoft.com/office/drawing/2014/main" id="{657A3B47-EC81-0D34-5CCF-511F316AE048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2;g3dd6299f58b_0_111">
              <a:extLst>
                <a:ext uri="{FF2B5EF4-FFF2-40B4-BE49-F238E27FC236}">
                  <a16:creationId xmlns:a16="http://schemas.microsoft.com/office/drawing/2014/main" id="{9ECB9790-A99B-EB5E-9CC4-02B9AC6A67B1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3;g3dd6299f58b_0_111">
              <a:extLst>
                <a:ext uri="{FF2B5EF4-FFF2-40B4-BE49-F238E27FC236}">
                  <a16:creationId xmlns:a16="http://schemas.microsoft.com/office/drawing/2014/main" id="{165A5571-2622-B8F5-2AE1-8F01D09EBA0C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4;g3dd6299f58b_0_111">
              <a:extLst>
                <a:ext uri="{FF2B5EF4-FFF2-40B4-BE49-F238E27FC236}">
                  <a16:creationId xmlns:a16="http://schemas.microsoft.com/office/drawing/2014/main" id="{A3D09D58-13E4-8EEE-6DDA-FBED59D7B71A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5;g3dd6299f58b_0_111">
              <a:extLst>
                <a:ext uri="{FF2B5EF4-FFF2-40B4-BE49-F238E27FC236}">
                  <a16:creationId xmlns:a16="http://schemas.microsoft.com/office/drawing/2014/main" id="{DE11F383-29A2-B31C-53F8-672759E59A1F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6;g3dd6299f58b_0_111">
              <a:extLst>
                <a:ext uri="{FF2B5EF4-FFF2-40B4-BE49-F238E27FC236}">
                  <a16:creationId xmlns:a16="http://schemas.microsoft.com/office/drawing/2014/main" id="{CDE6FE20-394A-FA99-BF8A-A121F6DC7C2E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7;g3dd6299f58b_0_111">
              <a:extLst>
                <a:ext uri="{FF2B5EF4-FFF2-40B4-BE49-F238E27FC236}">
                  <a16:creationId xmlns:a16="http://schemas.microsoft.com/office/drawing/2014/main" id="{B670CDE3-A346-5BA4-56EB-A1E62246A971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8;g3dd6299f58b_0_111">
              <a:extLst>
                <a:ext uri="{FF2B5EF4-FFF2-40B4-BE49-F238E27FC236}">
                  <a16:creationId xmlns:a16="http://schemas.microsoft.com/office/drawing/2014/main" id="{F274850A-AC29-FAC6-5A37-B079F1D775DA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9;g3dd6299f58b_0_111">
              <a:extLst>
                <a:ext uri="{FF2B5EF4-FFF2-40B4-BE49-F238E27FC236}">
                  <a16:creationId xmlns:a16="http://schemas.microsoft.com/office/drawing/2014/main" id="{C219F0B7-4245-D6FA-F7F7-F135F66EFC85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60;g3dd6299f58b_0_111">
              <a:extLst>
                <a:ext uri="{FF2B5EF4-FFF2-40B4-BE49-F238E27FC236}">
                  <a16:creationId xmlns:a16="http://schemas.microsoft.com/office/drawing/2014/main" id="{7ACC1916-2AED-84ED-0B41-0C0815E41540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61;g3dd6299f58b_0_111">
              <a:extLst>
                <a:ext uri="{FF2B5EF4-FFF2-40B4-BE49-F238E27FC236}">
                  <a16:creationId xmlns:a16="http://schemas.microsoft.com/office/drawing/2014/main" id="{39E3EC70-27DB-6731-9088-77277472F0CF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62;g3dd6299f58b_0_111">
              <a:extLst>
                <a:ext uri="{FF2B5EF4-FFF2-40B4-BE49-F238E27FC236}">
                  <a16:creationId xmlns:a16="http://schemas.microsoft.com/office/drawing/2014/main" id="{6D370F7E-16C6-484E-19CA-328E764D73B1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PROJECT SCOPE &amp;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02. Research Initiatives &amp;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0362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508760"/>
            <a:ext cx="164592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61848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1. Autonomous Agentic Pipeline: </a:t>
            </a:r>
            <a:r>
              <a:rPr sz="1200" b="0">
                <a:solidFill>
                  <a:srgbClr val="64748B"/>
                </a:solidFill>
              </a:rPr>
              <a:t>Transform static calculations into a multi-step perception-action-reasoning workflow that self-orchestrates sub-goals.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10362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468880"/>
            <a:ext cx="164592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257860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2. Dynamic Safety Stock Protection: </a:t>
            </a:r>
            <a:r>
              <a:rPr sz="1200" b="0">
                <a:solidFill>
                  <a:srgbClr val="64748B"/>
                </a:solidFill>
              </a:rPr>
              <a:t>Strictly enforce Available Usable = Current Stock - Safety Stock, ensuring emergency reserves are never depleted.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29000"/>
            <a:ext cx="10362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429000"/>
            <a:ext cx="164592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53872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3. BOM Explosion &amp; Real-Time Sync: </a:t>
            </a:r>
            <a:r>
              <a:rPr sz="1200" b="0">
                <a:solidFill>
                  <a:srgbClr val="64748B"/>
                </a:solidFill>
              </a:rPr>
              <a:t>Directly integrate with live warehouse storage bays and relational recipes to explode BOMs accurately in real-time.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0362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164592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49884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4. Auditable Chain-of-Thought Log: </a:t>
            </a:r>
            <a:r>
              <a:rPr sz="1200" b="0">
                <a:solidFill>
                  <a:srgbClr val="64748B"/>
                </a:solidFill>
              </a:rPr>
              <a:t>Generate a transparent 18+ step Agent Decision Log with timestamped deductions for regulatory and viva scrutiny.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49240"/>
            <a:ext cx="1036289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5349240"/>
            <a:ext cx="164592" cy="82296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5458968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293B"/>
                </a:solidFill>
              </a:defRPr>
            </a:pPr>
            <a:r>
              <a:t>5. Dual-Agent Reliability Architecture: </a:t>
            </a:r>
            <a:r>
              <a:rPr sz="1200" b="0">
                <a:solidFill>
                  <a:srgbClr val="64748B"/>
                </a:solidFill>
              </a:rPr>
              <a:t>Provide hybrid AI reasoning (OpenAI GPT-4o-mini with seamless offline deterministic fallback) for 100% viva uptime.</a:t>
            </a:r>
          </a:p>
        </p:txBody>
      </p:sp>
      <p:grpSp>
        <p:nvGrpSpPr>
          <p:cNvPr id="24" name="Google Shape;289;g3dd6299f58b_0_111">
            <a:extLst>
              <a:ext uri="{FF2B5EF4-FFF2-40B4-BE49-F238E27FC236}">
                <a16:creationId xmlns:a16="http://schemas.microsoft.com/office/drawing/2014/main" id="{3A9A51E1-0739-5D0C-01E0-CB010A30B461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5" name="Google Shape;290;g3dd6299f58b_0_111">
              <a:extLst>
                <a:ext uri="{FF2B5EF4-FFF2-40B4-BE49-F238E27FC236}">
                  <a16:creationId xmlns:a16="http://schemas.microsoft.com/office/drawing/2014/main" id="{4EA1F1C9-64E7-C21C-341F-786DA8884989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6" name="Google Shape;291;g3dd6299f58b_0_111">
              <a:extLst>
                <a:ext uri="{FF2B5EF4-FFF2-40B4-BE49-F238E27FC236}">
                  <a16:creationId xmlns:a16="http://schemas.microsoft.com/office/drawing/2014/main" id="{0FB2D88E-0BE2-8AF1-7194-185353F3D32A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7" name="Google Shape;292;g3dd6299f58b_0_111">
                <a:extLst>
                  <a:ext uri="{FF2B5EF4-FFF2-40B4-BE49-F238E27FC236}">
                    <a16:creationId xmlns:a16="http://schemas.microsoft.com/office/drawing/2014/main" id="{99AAD77C-F1FA-D514-AF01-ED29CBB4A401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293;g3dd6299f58b_0_111">
                <a:extLst>
                  <a:ext uri="{FF2B5EF4-FFF2-40B4-BE49-F238E27FC236}">
                    <a16:creationId xmlns:a16="http://schemas.microsoft.com/office/drawing/2014/main" id="{07FE5C36-A0CE-F0DC-EF8B-5BE4AC053D04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294;g3dd6299f58b_0_111">
                <a:extLst>
                  <a:ext uri="{FF2B5EF4-FFF2-40B4-BE49-F238E27FC236}">
                    <a16:creationId xmlns:a16="http://schemas.microsoft.com/office/drawing/2014/main" id="{F76656D4-0AF1-1401-5A25-36772CC99D80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295;g3dd6299f58b_0_111">
                <a:extLst>
                  <a:ext uri="{FF2B5EF4-FFF2-40B4-BE49-F238E27FC236}">
                    <a16:creationId xmlns:a16="http://schemas.microsoft.com/office/drawing/2014/main" id="{C045CEB7-4446-0BAA-B5C5-E668D4AE09A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296;g3dd6299f58b_0_111">
                <a:extLst>
                  <a:ext uri="{FF2B5EF4-FFF2-40B4-BE49-F238E27FC236}">
                    <a16:creationId xmlns:a16="http://schemas.microsoft.com/office/drawing/2014/main" id="{EF1794E5-6619-03D2-4F8E-75162CBB2F38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297;g3dd6299f58b_0_111">
                <a:extLst>
                  <a:ext uri="{FF2B5EF4-FFF2-40B4-BE49-F238E27FC236}">
                    <a16:creationId xmlns:a16="http://schemas.microsoft.com/office/drawing/2014/main" id="{67484EA2-210A-F42A-4055-D6330222660B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298;g3dd6299f58b_0_111">
                <a:extLst>
                  <a:ext uri="{FF2B5EF4-FFF2-40B4-BE49-F238E27FC236}">
                    <a16:creationId xmlns:a16="http://schemas.microsoft.com/office/drawing/2014/main" id="{BF012891-CB5A-BD42-B8AD-170B5EACCE9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299;g3dd6299f58b_0_111">
                <a:extLst>
                  <a:ext uri="{FF2B5EF4-FFF2-40B4-BE49-F238E27FC236}">
                    <a16:creationId xmlns:a16="http://schemas.microsoft.com/office/drawing/2014/main" id="{50636A94-7ABE-8474-4A27-CF731547479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0;g3dd6299f58b_0_111">
                <a:extLst>
                  <a:ext uri="{FF2B5EF4-FFF2-40B4-BE49-F238E27FC236}">
                    <a16:creationId xmlns:a16="http://schemas.microsoft.com/office/drawing/2014/main" id="{E22812EA-A7EA-6370-3E8A-1514B808D7CE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1;g3dd6299f58b_0_111">
                <a:extLst>
                  <a:ext uri="{FF2B5EF4-FFF2-40B4-BE49-F238E27FC236}">
                    <a16:creationId xmlns:a16="http://schemas.microsoft.com/office/drawing/2014/main" id="{7A806F67-277C-7732-256F-16CC81779705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2;g3dd6299f58b_0_111">
                <a:extLst>
                  <a:ext uri="{FF2B5EF4-FFF2-40B4-BE49-F238E27FC236}">
                    <a16:creationId xmlns:a16="http://schemas.microsoft.com/office/drawing/2014/main" id="{6650C3AC-6938-D9E5-B808-A6EDC0EE01E8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03;g3dd6299f58b_0_111">
                <a:extLst>
                  <a:ext uri="{FF2B5EF4-FFF2-40B4-BE49-F238E27FC236}">
                    <a16:creationId xmlns:a16="http://schemas.microsoft.com/office/drawing/2014/main" id="{0146E1DA-64C3-79AC-D373-9A0C884B3F37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04;g3dd6299f58b_0_111">
                <a:extLst>
                  <a:ext uri="{FF2B5EF4-FFF2-40B4-BE49-F238E27FC236}">
                    <a16:creationId xmlns:a16="http://schemas.microsoft.com/office/drawing/2014/main" id="{3BD5D44F-F634-65E3-C377-6E2F275271A1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05;g3dd6299f58b_0_111">
                <a:extLst>
                  <a:ext uri="{FF2B5EF4-FFF2-40B4-BE49-F238E27FC236}">
                    <a16:creationId xmlns:a16="http://schemas.microsoft.com/office/drawing/2014/main" id="{AE8C4C3E-66A6-9168-C760-4B54328489A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06;g3dd6299f58b_0_111">
                <a:extLst>
                  <a:ext uri="{FF2B5EF4-FFF2-40B4-BE49-F238E27FC236}">
                    <a16:creationId xmlns:a16="http://schemas.microsoft.com/office/drawing/2014/main" id="{52038C58-745A-18BC-7189-CE924FDD4F8E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07;g3dd6299f58b_0_111">
                <a:extLst>
                  <a:ext uri="{FF2B5EF4-FFF2-40B4-BE49-F238E27FC236}">
                    <a16:creationId xmlns:a16="http://schemas.microsoft.com/office/drawing/2014/main" id="{11FC4E07-B79A-2085-F952-107B5CD7427F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08;g3dd6299f58b_0_111">
                <a:extLst>
                  <a:ext uri="{FF2B5EF4-FFF2-40B4-BE49-F238E27FC236}">
                    <a16:creationId xmlns:a16="http://schemas.microsoft.com/office/drawing/2014/main" id="{B59BBCBF-BD2E-E37D-18A5-7C3652F94682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09;g3dd6299f58b_0_111">
                <a:extLst>
                  <a:ext uri="{FF2B5EF4-FFF2-40B4-BE49-F238E27FC236}">
                    <a16:creationId xmlns:a16="http://schemas.microsoft.com/office/drawing/2014/main" id="{3556BB8D-791A-FFFA-485B-17E755BA4642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0;g3dd6299f58b_0_111">
                <a:extLst>
                  <a:ext uri="{FF2B5EF4-FFF2-40B4-BE49-F238E27FC236}">
                    <a16:creationId xmlns:a16="http://schemas.microsoft.com/office/drawing/2014/main" id="{CB044551-B338-12C2-5922-BEAD0DE69CF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1;g3dd6299f58b_0_111">
                <a:extLst>
                  <a:ext uri="{FF2B5EF4-FFF2-40B4-BE49-F238E27FC236}">
                    <a16:creationId xmlns:a16="http://schemas.microsoft.com/office/drawing/2014/main" id="{F9E15DEB-7B9E-158B-60A7-48B033DF6E9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2;g3dd6299f58b_0_111">
                <a:extLst>
                  <a:ext uri="{FF2B5EF4-FFF2-40B4-BE49-F238E27FC236}">
                    <a16:creationId xmlns:a16="http://schemas.microsoft.com/office/drawing/2014/main" id="{89D50AF2-C090-CA0F-1663-AB5BE18F02AE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13;g3dd6299f58b_0_111">
                <a:extLst>
                  <a:ext uri="{FF2B5EF4-FFF2-40B4-BE49-F238E27FC236}">
                    <a16:creationId xmlns:a16="http://schemas.microsoft.com/office/drawing/2014/main" id="{86B6AC84-E959-6122-C5D7-FEA74BF8EF3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14;g3dd6299f58b_0_111">
                <a:extLst>
                  <a:ext uri="{FF2B5EF4-FFF2-40B4-BE49-F238E27FC236}">
                    <a16:creationId xmlns:a16="http://schemas.microsoft.com/office/drawing/2014/main" id="{016C88E0-AA0C-DEE3-E62F-D568A68CC71D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15;g3dd6299f58b_0_111">
                <a:extLst>
                  <a:ext uri="{FF2B5EF4-FFF2-40B4-BE49-F238E27FC236}">
                    <a16:creationId xmlns:a16="http://schemas.microsoft.com/office/drawing/2014/main" id="{33A63804-0F5B-C891-E625-4589E538B689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16;g3dd6299f58b_0_111">
                <a:extLst>
                  <a:ext uri="{FF2B5EF4-FFF2-40B4-BE49-F238E27FC236}">
                    <a16:creationId xmlns:a16="http://schemas.microsoft.com/office/drawing/2014/main" id="{62C7DA99-0296-13A4-3433-1D8AEE18157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17;g3dd6299f58b_0_111">
                <a:extLst>
                  <a:ext uri="{FF2B5EF4-FFF2-40B4-BE49-F238E27FC236}">
                    <a16:creationId xmlns:a16="http://schemas.microsoft.com/office/drawing/2014/main" id="{DC1EBA10-1C95-E1C7-783E-75DBFF1AE127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18;g3dd6299f58b_0_111">
                <a:extLst>
                  <a:ext uri="{FF2B5EF4-FFF2-40B4-BE49-F238E27FC236}">
                    <a16:creationId xmlns:a16="http://schemas.microsoft.com/office/drawing/2014/main" id="{E91FA858-690C-BAEA-2ABE-5EF6B75750C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19;g3dd6299f58b_0_111">
                <a:extLst>
                  <a:ext uri="{FF2B5EF4-FFF2-40B4-BE49-F238E27FC236}">
                    <a16:creationId xmlns:a16="http://schemas.microsoft.com/office/drawing/2014/main" id="{DC192A54-8F4B-107D-9F80-C2791DC3265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" name="Google Shape;320;g3dd6299f58b_0_111">
                <a:extLst>
                  <a:ext uri="{FF2B5EF4-FFF2-40B4-BE49-F238E27FC236}">
                    <a16:creationId xmlns:a16="http://schemas.microsoft.com/office/drawing/2014/main" id="{00E51691-9BE5-B0F3-461C-084D0BD089FE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" name="Google Shape;321;g3dd6299f58b_0_111">
                <a:extLst>
                  <a:ext uri="{FF2B5EF4-FFF2-40B4-BE49-F238E27FC236}">
                    <a16:creationId xmlns:a16="http://schemas.microsoft.com/office/drawing/2014/main" id="{3195E6EA-E6D3-186F-8215-63AC76B409E9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" name="Google Shape;322;g3dd6299f58b_0_111">
                <a:extLst>
                  <a:ext uri="{FF2B5EF4-FFF2-40B4-BE49-F238E27FC236}">
                    <a16:creationId xmlns:a16="http://schemas.microsoft.com/office/drawing/2014/main" id="{F062B4DE-E970-77CA-9614-F96145D14BB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" name="Google Shape;323;g3dd6299f58b_0_111">
                <a:extLst>
                  <a:ext uri="{FF2B5EF4-FFF2-40B4-BE49-F238E27FC236}">
                    <a16:creationId xmlns:a16="http://schemas.microsoft.com/office/drawing/2014/main" id="{9395BF5D-6C94-671B-CE9C-43F3CA834BD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" name="Google Shape;324;g3dd6299f58b_0_111">
                <a:extLst>
                  <a:ext uri="{FF2B5EF4-FFF2-40B4-BE49-F238E27FC236}">
                    <a16:creationId xmlns:a16="http://schemas.microsoft.com/office/drawing/2014/main" id="{2BE6FADA-77AC-0966-B085-082D4A502FE7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" name="Google Shape;325;g3dd6299f58b_0_111">
                <a:extLst>
                  <a:ext uri="{FF2B5EF4-FFF2-40B4-BE49-F238E27FC236}">
                    <a16:creationId xmlns:a16="http://schemas.microsoft.com/office/drawing/2014/main" id="{958C5AB4-3719-DC63-80EB-62C71B8FDBD1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" name="Google Shape;326;g3dd6299f58b_0_111">
                <a:extLst>
                  <a:ext uri="{FF2B5EF4-FFF2-40B4-BE49-F238E27FC236}">
                    <a16:creationId xmlns:a16="http://schemas.microsoft.com/office/drawing/2014/main" id="{9AC3391F-C0A9-9E94-15E1-5D71D71AB5BC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2" name="Google Shape;327;g3dd6299f58b_0_111">
            <a:extLst>
              <a:ext uri="{FF2B5EF4-FFF2-40B4-BE49-F238E27FC236}">
                <a16:creationId xmlns:a16="http://schemas.microsoft.com/office/drawing/2014/main" id="{806CC1C2-832E-CF95-C39A-99C4CE2127F1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3" name="Google Shape;328;g3dd6299f58b_0_111">
              <a:extLst>
                <a:ext uri="{FF2B5EF4-FFF2-40B4-BE49-F238E27FC236}">
                  <a16:creationId xmlns:a16="http://schemas.microsoft.com/office/drawing/2014/main" id="{766395F5-7296-357C-51CF-05D1842AAAA5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29;g3dd6299f58b_0_111">
              <a:extLst>
                <a:ext uri="{FF2B5EF4-FFF2-40B4-BE49-F238E27FC236}">
                  <a16:creationId xmlns:a16="http://schemas.microsoft.com/office/drawing/2014/main" id="{AE33340D-EBC0-8A9B-AD59-6512D55CABD3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0;g3dd6299f58b_0_111">
              <a:extLst>
                <a:ext uri="{FF2B5EF4-FFF2-40B4-BE49-F238E27FC236}">
                  <a16:creationId xmlns:a16="http://schemas.microsoft.com/office/drawing/2014/main" id="{DF617A92-7605-9772-338D-090E00C209FB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1;g3dd6299f58b_0_111">
              <a:extLst>
                <a:ext uri="{FF2B5EF4-FFF2-40B4-BE49-F238E27FC236}">
                  <a16:creationId xmlns:a16="http://schemas.microsoft.com/office/drawing/2014/main" id="{70ECA9BA-BDD8-33A9-27DB-D8945848A55B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2;g3dd6299f58b_0_111">
              <a:extLst>
                <a:ext uri="{FF2B5EF4-FFF2-40B4-BE49-F238E27FC236}">
                  <a16:creationId xmlns:a16="http://schemas.microsoft.com/office/drawing/2014/main" id="{BA8FB21F-F8B8-FB59-92FF-21A8637D0E3E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33;g3dd6299f58b_0_111">
              <a:extLst>
                <a:ext uri="{FF2B5EF4-FFF2-40B4-BE49-F238E27FC236}">
                  <a16:creationId xmlns:a16="http://schemas.microsoft.com/office/drawing/2014/main" id="{33AD2B33-0556-F55F-6831-D9080C499725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34;g3dd6299f58b_0_111">
              <a:extLst>
                <a:ext uri="{FF2B5EF4-FFF2-40B4-BE49-F238E27FC236}">
                  <a16:creationId xmlns:a16="http://schemas.microsoft.com/office/drawing/2014/main" id="{1EB7BDE9-5D44-5251-2C76-CA54994EA489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35;g3dd6299f58b_0_111">
              <a:extLst>
                <a:ext uri="{FF2B5EF4-FFF2-40B4-BE49-F238E27FC236}">
                  <a16:creationId xmlns:a16="http://schemas.microsoft.com/office/drawing/2014/main" id="{39181E2B-ADDE-5B40-DD88-19825618EEFC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36;g3dd6299f58b_0_111">
              <a:extLst>
                <a:ext uri="{FF2B5EF4-FFF2-40B4-BE49-F238E27FC236}">
                  <a16:creationId xmlns:a16="http://schemas.microsoft.com/office/drawing/2014/main" id="{9D2930C4-99DF-3AAA-3C94-9CA53C265368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37;g3dd6299f58b_0_111">
              <a:extLst>
                <a:ext uri="{FF2B5EF4-FFF2-40B4-BE49-F238E27FC236}">
                  <a16:creationId xmlns:a16="http://schemas.microsoft.com/office/drawing/2014/main" id="{ADE0413D-6141-D7DA-858B-5C37BEAEB3C8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38;g3dd6299f58b_0_111">
              <a:extLst>
                <a:ext uri="{FF2B5EF4-FFF2-40B4-BE49-F238E27FC236}">
                  <a16:creationId xmlns:a16="http://schemas.microsoft.com/office/drawing/2014/main" id="{3C79AB47-5F7C-6775-5374-FF0E1809881E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39;g3dd6299f58b_0_111">
              <a:extLst>
                <a:ext uri="{FF2B5EF4-FFF2-40B4-BE49-F238E27FC236}">
                  <a16:creationId xmlns:a16="http://schemas.microsoft.com/office/drawing/2014/main" id="{BA0C8438-2051-B688-C90F-B6796D6F4D20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0;g3dd6299f58b_0_111">
              <a:extLst>
                <a:ext uri="{FF2B5EF4-FFF2-40B4-BE49-F238E27FC236}">
                  <a16:creationId xmlns:a16="http://schemas.microsoft.com/office/drawing/2014/main" id="{374C44E0-7811-868D-F3BA-291646DFC656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1;g3dd6299f58b_0_111">
              <a:extLst>
                <a:ext uri="{FF2B5EF4-FFF2-40B4-BE49-F238E27FC236}">
                  <a16:creationId xmlns:a16="http://schemas.microsoft.com/office/drawing/2014/main" id="{3F1577C8-622E-3586-5311-7D6027551D41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2;g3dd6299f58b_0_111">
              <a:extLst>
                <a:ext uri="{FF2B5EF4-FFF2-40B4-BE49-F238E27FC236}">
                  <a16:creationId xmlns:a16="http://schemas.microsoft.com/office/drawing/2014/main" id="{43698D63-2968-3F72-30EE-B7FB131AFDD9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43;g3dd6299f58b_0_111">
              <a:extLst>
                <a:ext uri="{FF2B5EF4-FFF2-40B4-BE49-F238E27FC236}">
                  <a16:creationId xmlns:a16="http://schemas.microsoft.com/office/drawing/2014/main" id="{1168F64E-FD33-E2D0-9FE0-5C97E01CA407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44;g3dd6299f58b_0_111">
              <a:extLst>
                <a:ext uri="{FF2B5EF4-FFF2-40B4-BE49-F238E27FC236}">
                  <a16:creationId xmlns:a16="http://schemas.microsoft.com/office/drawing/2014/main" id="{9650EE23-5BB8-98C4-5A70-FAE628A8096F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45;g3dd6299f58b_0_111">
              <a:extLst>
                <a:ext uri="{FF2B5EF4-FFF2-40B4-BE49-F238E27FC236}">
                  <a16:creationId xmlns:a16="http://schemas.microsoft.com/office/drawing/2014/main" id="{1D90A454-4B10-EAEF-0CA2-81BA84310ADF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46;g3dd6299f58b_0_111">
              <a:extLst>
                <a:ext uri="{FF2B5EF4-FFF2-40B4-BE49-F238E27FC236}">
                  <a16:creationId xmlns:a16="http://schemas.microsoft.com/office/drawing/2014/main" id="{A188E819-ABDE-93E0-AB64-3AB0ABD4C682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47;g3dd6299f58b_0_111">
              <a:extLst>
                <a:ext uri="{FF2B5EF4-FFF2-40B4-BE49-F238E27FC236}">
                  <a16:creationId xmlns:a16="http://schemas.microsoft.com/office/drawing/2014/main" id="{D2E668A1-5C29-40E5-1099-5EC69BEC69DB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48;g3dd6299f58b_0_111">
              <a:extLst>
                <a:ext uri="{FF2B5EF4-FFF2-40B4-BE49-F238E27FC236}">
                  <a16:creationId xmlns:a16="http://schemas.microsoft.com/office/drawing/2014/main" id="{0DD11FEA-A380-33DC-7AA0-02534170E795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49;g3dd6299f58b_0_111">
              <a:extLst>
                <a:ext uri="{FF2B5EF4-FFF2-40B4-BE49-F238E27FC236}">
                  <a16:creationId xmlns:a16="http://schemas.microsoft.com/office/drawing/2014/main" id="{36A1087E-B19F-16EE-8A23-F878E0855CCD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0;g3dd6299f58b_0_111">
              <a:extLst>
                <a:ext uri="{FF2B5EF4-FFF2-40B4-BE49-F238E27FC236}">
                  <a16:creationId xmlns:a16="http://schemas.microsoft.com/office/drawing/2014/main" id="{FFD5185E-FEC2-E113-CD5D-FE8AC6A902D5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1;g3dd6299f58b_0_111">
              <a:extLst>
                <a:ext uri="{FF2B5EF4-FFF2-40B4-BE49-F238E27FC236}">
                  <a16:creationId xmlns:a16="http://schemas.microsoft.com/office/drawing/2014/main" id="{44F0E5C7-125C-E1A1-9BB4-24325A69B2EF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2;g3dd6299f58b_0_111">
              <a:extLst>
                <a:ext uri="{FF2B5EF4-FFF2-40B4-BE49-F238E27FC236}">
                  <a16:creationId xmlns:a16="http://schemas.microsoft.com/office/drawing/2014/main" id="{CB13130A-2D7A-6A1E-0EDE-92FC167A7DE0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53;g3dd6299f58b_0_111">
              <a:extLst>
                <a:ext uri="{FF2B5EF4-FFF2-40B4-BE49-F238E27FC236}">
                  <a16:creationId xmlns:a16="http://schemas.microsoft.com/office/drawing/2014/main" id="{D956B1C8-9F96-7425-2B2C-956669C924C0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54;g3dd6299f58b_0_111">
              <a:extLst>
                <a:ext uri="{FF2B5EF4-FFF2-40B4-BE49-F238E27FC236}">
                  <a16:creationId xmlns:a16="http://schemas.microsoft.com/office/drawing/2014/main" id="{C54069FB-8327-F0C9-C29A-91CA1343D19B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55;g3dd6299f58b_0_111">
              <a:extLst>
                <a:ext uri="{FF2B5EF4-FFF2-40B4-BE49-F238E27FC236}">
                  <a16:creationId xmlns:a16="http://schemas.microsoft.com/office/drawing/2014/main" id="{43D7A466-8BF6-9B0A-1556-62A49916E209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356;g3dd6299f58b_0_111">
              <a:extLst>
                <a:ext uri="{FF2B5EF4-FFF2-40B4-BE49-F238E27FC236}">
                  <a16:creationId xmlns:a16="http://schemas.microsoft.com/office/drawing/2014/main" id="{D2B82E76-5716-B88E-A89A-92B86073FB38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357;g3dd6299f58b_0_111">
              <a:extLst>
                <a:ext uri="{FF2B5EF4-FFF2-40B4-BE49-F238E27FC236}">
                  <a16:creationId xmlns:a16="http://schemas.microsoft.com/office/drawing/2014/main" id="{27EB169A-0DC5-982B-C5CE-4DE52894E7B9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358;g3dd6299f58b_0_111">
              <a:extLst>
                <a:ext uri="{FF2B5EF4-FFF2-40B4-BE49-F238E27FC236}">
                  <a16:creationId xmlns:a16="http://schemas.microsoft.com/office/drawing/2014/main" id="{8F8F7FD8-D442-734E-3B94-AEF2E1637F38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359;g3dd6299f58b_0_111">
              <a:extLst>
                <a:ext uri="{FF2B5EF4-FFF2-40B4-BE49-F238E27FC236}">
                  <a16:creationId xmlns:a16="http://schemas.microsoft.com/office/drawing/2014/main" id="{072E577D-956B-9F53-1359-E5E019FFF7CA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360;g3dd6299f58b_0_111">
              <a:extLst>
                <a:ext uri="{FF2B5EF4-FFF2-40B4-BE49-F238E27FC236}">
                  <a16:creationId xmlns:a16="http://schemas.microsoft.com/office/drawing/2014/main" id="{03F26179-BFC6-4E1C-BAC0-CAF176C08AC1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361;g3dd6299f58b_0_111">
              <a:extLst>
                <a:ext uri="{FF2B5EF4-FFF2-40B4-BE49-F238E27FC236}">
                  <a16:creationId xmlns:a16="http://schemas.microsoft.com/office/drawing/2014/main" id="{BBE3EE15-42A0-DAE9-2008-D0A5733C316A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362;g3dd6299f58b_0_111">
              <a:extLst>
                <a:ext uri="{FF2B5EF4-FFF2-40B4-BE49-F238E27FC236}">
                  <a16:creationId xmlns:a16="http://schemas.microsoft.com/office/drawing/2014/main" id="{D7D67233-1D61-0538-A045-C5BF8AD2760F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LITERATURE &amp; CURRENT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03. Existing Processes vs. Industrial Realities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3291840" cy="59436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Manual Spreadsheets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Prone to formula and copy-paste errors across sheets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Decoupled from real-time warehouse storage bay updates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Lacks automated validation and supplier quotation integration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High human labor cost for multi-product production schedules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1554480"/>
            <a:ext cx="329184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Static Software Calculators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Isolated equations executing simple Qty * Unit Rate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Completely ignores safety stock buffers and location bay locks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No tool calling capability; cannot inspect database state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Outputs raw scalar numbers without decision rationale or warnings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2918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Monolithic Enterprise ERPs (SAP/Oracle)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High capital expenditure and prohibitive licensing fees for SMEs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Complex configuration taking months to adapt to custom workflows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Heavy UI that overwhelms floor supervisors with unnecessary bloat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✖  Requires dedicated database administrators and custom consultants</a:t>
            </a:r>
          </a:p>
        </p:txBody>
      </p:sp>
      <p:grpSp>
        <p:nvGrpSpPr>
          <p:cNvPr id="18" name="Google Shape;289;g3dd6299f58b_0_111">
            <a:extLst>
              <a:ext uri="{FF2B5EF4-FFF2-40B4-BE49-F238E27FC236}">
                <a16:creationId xmlns:a16="http://schemas.microsoft.com/office/drawing/2014/main" id="{7E9A3B66-8EB0-AD70-4AA7-6846F4FEFA57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9" name="Google Shape;290;g3dd6299f58b_0_111">
              <a:extLst>
                <a:ext uri="{FF2B5EF4-FFF2-40B4-BE49-F238E27FC236}">
                  <a16:creationId xmlns:a16="http://schemas.microsoft.com/office/drawing/2014/main" id="{2E2D1C55-5624-EB70-BB4C-0BD799789739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0" name="Google Shape;291;g3dd6299f58b_0_111">
              <a:extLst>
                <a:ext uri="{FF2B5EF4-FFF2-40B4-BE49-F238E27FC236}">
                  <a16:creationId xmlns:a16="http://schemas.microsoft.com/office/drawing/2014/main" id="{C709B2BC-4144-8B85-BD50-138E195AB54E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1" name="Google Shape;292;g3dd6299f58b_0_111">
                <a:extLst>
                  <a:ext uri="{FF2B5EF4-FFF2-40B4-BE49-F238E27FC236}">
                    <a16:creationId xmlns:a16="http://schemas.microsoft.com/office/drawing/2014/main" id="{DEF1A5FB-8F68-FB10-3659-6C50DFAB9344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3;g3dd6299f58b_0_111">
                <a:extLst>
                  <a:ext uri="{FF2B5EF4-FFF2-40B4-BE49-F238E27FC236}">
                    <a16:creationId xmlns:a16="http://schemas.microsoft.com/office/drawing/2014/main" id="{B7F2A541-9558-A55C-CC86-403707A2FB2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4;g3dd6299f58b_0_111">
                <a:extLst>
                  <a:ext uri="{FF2B5EF4-FFF2-40B4-BE49-F238E27FC236}">
                    <a16:creationId xmlns:a16="http://schemas.microsoft.com/office/drawing/2014/main" id="{5B41EDCC-B7DE-6E80-B9EB-BC41A7B8474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5;g3dd6299f58b_0_111">
                <a:extLst>
                  <a:ext uri="{FF2B5EF4-FFF2-40B4-BE49-F238E27FC236}">
                    <a16:creationId xmlns:a16="http://schemas.microsoft.com/office/drawing/2014/main" id="{CC2F793D-6B08-9F16-45B1-99F67623FE4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6;g3dd6299f58b_0_111">
                <a:extLst>
                  <a:ext uri="{FF2B5EF4-FFF2-40B4-BE49-F238E27FC236}">
                    <a16:creationId xmlns:a16="http://schemas.microsoft.com/office/drawing/2014/main" id="{EE701BFF-F90C-51A7-3365-AF5AC798B5F6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97;g3dd6299f58b_0_111">
                <a:extLst>
                  <a:ext uri="{FF2B5EF4-FFF2-40B4-BE49-F238E27FC236}">
                    <a16:creationId xmlns:a16="http://schemas.microsoft.com/office/drawing/2014/main" id="{3C40C58F-9F6E-7B00-52A8-8FB3C8DF2F1D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98;g3dd6299f58b_0_111">
                <a:extLst>
                  <a:ext uri="{FF2B5EF4-FFF2-40B4-BE49-F238E27FC236}">
                    <a16:creationId xmlns:a16="http://schemas.microsoft.com/office/drawing/2014/main" id="{1C3EBB16-1F7A-3A6E-9D41-202A769786E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299;g3dd6299f58b_0_111">
                <a:extLst>
                  <a:ext uri="{FF2B5EF4-FFF2-40B4-BE49-F238E27FC236}">
                    <a16:creationId xmlns:a16="http://schemas.microsoft.com/office/drawing/2014/main" id="{C1418C2D-C5BC-5DBF-8548-7834C5443DEE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0;g3dd6299f58b_0_111">
                <a:extLst>
                  <a:ext uri="{FF2B5EF4-FFF2-40B4-BE49-F238E27FC236}">
                    <a16:creationId xmlns:a16="http://schemas.microsoft.com/office/drawing/2014/main" id="{8DD3B684-7DC3-F02C-6DE6-0F7B16361C1A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1;g3dd6299f58b_0_111">
                <a:extLst>
                  <a:ext uri="{FF2B5EF4-FFF2-40B4-BE49-F238E27FC236}">
                    <a16:creationId xmlns:a16="http://schemas.microsoft.com/office/drawing/2014/main" id="{7A5954FC-2DA8-D5E4-01DB-C05001EE53F9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2;g3dd6299f58b_0_111">
                <a:extLst>
                  <a:ext uri="{FF2B5EF4-FFF2-40B4-BE49-F238E27FC236}">
                    <a16:creationId xmlns:a16="http://schemas.microsoft.com/office/drawing/2014/main" id="{968F87BE-EC7D-A998-78C8-7B659BD8E7A8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3;g3dd6299f58b_0_111">
                <a:extLst>
                  <a:ext uri="{FF2B5EF4-FFF2-40B4-BE49-F238E27FC236}">
                    <a16:creationId xmlns:a16="http://schemas.microsoft.com/office/drawing/2014/main" id="{958F6A58-04FE-F079-63DC-B6CB7512D01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4;g3dd6299f58b_0_111">
                <a:extLst>
                  <a:ext uri="{FF2B5EF4-FFF2-40B4-BE49-F238E27FC236}">
                    <a16:creationId xmlns:a16="http://schemas.microsoft.com/office/drawing/2014/main" id="{CA3E10A3-B6DA-2347-86D9-58A8507AF88A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5;g3dd6299f58b_0_111">
                <a:extLst>
                  <a:ext uri="{FF2B5EF4-FFF2-40B4-BE49-F238E27FC236}">
                    <a16:creationId xmlns:a16="http://schemas.microsoft.com/office/drawing/2014/main" id="{2058E3DF-E1C2-BEBC-8FFE-EFFBDECF9C31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6;g3dd6299f58b_0_111">
                <a:extLst>
                  <a:ext uri="{FF2B5EF4-FFF2-40B4-BE49-F238E27FC236}">
                    <a16:creationId xmlns:a16="http://schemas.microsoft.com/office/drawing/2014/main" id="{8747CD0F-3D8B-5D1E-930A-DA1F76ADD789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7;g3dd6299f58b_0_111">
                <a:extLst>
                  <a:ext uri="{FF2B5EF4-FFF2-40B4-BE49-F238E27FC236}">
                    <a16:creationId xmlns:a16="http://schemas.microsoft.com/office/drawing/2014/main" id="{8DC54934-74A6-C899-17D3-289796CA613A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8;g3dd6299f58b_0_111">
                <a:extLst>
                  <a:ext uri="{FF2B5EF4-FFF2-40B4-BE49-F238E27FC236}">
                    <a16:creationId xmlns:a16="http://schemas.microsoft.com/office/drawing/2014/main" id="{49FDEA7F-085F-23EC-3C41-F18DCFC08428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09;g3dd6299f58b_0_111">
                <a:extLst>
                  <a:ext uri="{FF2B5EF4-FFF2-40B4-BE49-F238E27FC236}">
                    <a16:creationId xmlns:a16="http://schemas.microsoft.com/office/drawing/2014/main" id="{77618194-ACEB-76FE-5A48-C470B9A3F3FD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0;g3dd6299f58b_0_111">
                <a:extLst>
                  <a:ext uri="{FF2B5EF4-FFF2-40B4-BE49-F238E27FC236}">
                    <a16:creationId xmlns:a16="http://schemas.microsoft.com/office/drawing/2014/main" id="{71EF88D4-6AB8-4D2A-C308-ED1F644B9135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1;g3dd6299f58b_0_111">
                <a:extLst>
                  <a:ext uri="{FF2B5EF4-FFF2-40B4-BE49-F238E27FC236}">
                    <a16:creationId xmlns:a16="http://schemas.microsoft.com/office/drawing/2014/main" id="{BF14BC2E-4BC1-3A77-E703-E989CD732D2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2;g3dd6299f58b_0_111">
                <a:extLst>
                  <a:ext uri="{FF2B5EF4-FFF2-40B4-BE49-F238E27FC236}">
                    <a16:creationId xmlns:a16="http://schemas.microsoft.com/office/drawing/2014/main" id="{74B25CB8-B4FE-4B75-DF17-23CB37F09DD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3;g3dd6299f58b_0_111">
                <a:extLst>
                  <a:ext uri="{FF2B5EF4-FFF2-40B4-BE49-F238E27FC236}">
                    <a16:creationId xmlns:a16="http://schemas.microsoft.com/office/drawing/2014/main" id="{EC4DF5D5-D6D0-F631-1EAC-59155A54B464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4;g3dd6299f58b_0_111">
                <a:extLst>
                  <a:ext uri="{FF2B5EF4-FFF2-40B4-BE49-F238E27FC236}">
                    <a16:creationId xmlns:a16="http://schemas.microsoft.com/office/drawing/2014/main" id="{B6B45F74-1701-5FD5-E658-E9CCC911A18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5;g3dd6299f58b_0_111">
                <a:extLst>
                  <a:ext uri="{FF2B5EF4-FFF2-40B4-BE49-F238E27FC236}">
                    <a16:creationId xmlns:a16="http://schemas.microsoft.com/office/drawing/2014/main" id="{FA53004D-5132-2FFF-B166-9AD09F0ACC1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6;g3dd6299f58b_0_111">
                <a:extLst>
                  <a:ext uri="{FF2B5EF4-FFF2-40B4-BE49-F238E27FC236}">
                    <a16:creationId xmlns:a16="http://schemas.microsoft.com/office/drawing/2014/main" id="{1794250A-3727-4E83-3886-1E542DF1B410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7;g3dd6299f58b_0_111">
                <a:extLst>
                  <a:ext uri="{FF2B5EF4-FFF2-40B4-BE49-F238E27FC236}">
                    <a16:creationId xmlns:a16="http://schemas.microsoft.com/office/drawing/2014/main" id="{E471DC52-052B-DEDB-5943-FDEF85BEF471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8;g3dd6299f58b_0_111">
                <a:extLst>
                  <a:ext uri="{FF2B5EF4-FFF2-40B4-BE49-F238E27FC236}">
                    <a16:creationId xmlns:a16="http://schemas.microsoft.com/office/drawing/2014/main" id="{DDD26244-C45A-1BB9-7F60-50E05F1DB0F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19;g3dd6299f58b_0_111">
                <a:extLst>
                  <a:ext uri="{FF2B5EF4-FFF2-40B4-BE49-F238E27FC236}">
                    <a16:creationId xmlns:a16="http://schemas.microsoft.com/office/drawing/2014/main" id="{EB13E8FB-D824-AB2F-ADD2-B5082EF3B0C4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0;g3dd6299f58b_0_111">
                <a:extLst>
                  <a:ext uri="{FF2B5EF4-FFF2-40B4-BE49-F238E27FC236}">
                    <a16:creationId xmlns:a16="http://schemas.microsoft.com/office/drawing/2014/main" id="{744FED9E-3D49-CAC3-DC2E-7E1FD39AF5EA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1;g3dd6299f58b_0_111">
                <a:extLst>
                  <a:ext uri="{FF2B5EF4-FFF2-40B4-BE49-F238E27FC236}">
                    <a16:creationId xmlns:a16="http://schemas.microsoft.com/office/drawing/2014/main" id="{295A2544-99C7-B800-38F4-23F9F778B93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2;g3dd6299f58b_0_111">
                <a:extLst>
                  <a:ext uri="{FF2B5EF4-FFF2-40B4-BE49-F238E27FC236}">
                    <a16:creationId xmlns:a16="http://schemas.microsoft.com/office/drawing/2014/main" id="{BB0B3BFB-2592-DCBA-5990-767EB2DBD9F0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3;g3dd6299f58b_0_111">
                <a:extLst>
                  <a:ext uri="{FF2B5EF4-FFF2-40B4-BE49-F238E27FC236}">
                    <a16:creationId xmlns:a16="http://schemas.microsoft.com/office/drawing/2014/main" id="{45147550-FA9F-750E-ABF0-41F38EFC50A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24;g3dd6299f58b_0_111">
                <a:extLst>
                  <a:ext uri="{FF2B5EF4-FFF2-40B4-BE49-F238E27FC236}">
                    <a16:creationId xmlns:a16="http://schemas.microsoft.com/office/drawing/2014/main" id="{4D355886-6C8B-6450-37CE-FA4A07D9717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25;g3dd6299f58b_0_111">
                <a:extLst>
                  <a:ext uri="{FF2B5EF4-FFF2-40B4-BE49-F238E27FC236}">
                    <a16:creationId xmlns:a16="http://schemas.microsoft.com/office/drawing/2014/main" id="{5CC75094-3F78-DF75-3F2A-E346B49ED82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" name="Google Shape;326;g3dd6299f58b_0_111">
                <a:extLst>
                  <a:ext uri="{FF2B5EF4-FFF2-40B4-BE49-F238E27FC236}">
                    <a16:creationId xmlns:a16="http://schemas.microsoft.com/office/drawing/2014/main" id="{80AA98DE-5DF6-EB4A-2F30-5BA4BAD4CDD2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6" name="Google Shape;327;g3dd6299f58b_0_111">
            <a:extLst>
              <a:ext uri="{FF2B5EF4-FFF2-40B4-BE49-F238E27FC236}">
                <a16:creationId xmlns:a16="http://schemas.microsoft.com/office/drawing/2014/main" id="{8FDDA3F4-1771-B8F5-0E28-B3F1BC6EAEAF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7" name="Google Shape;328;g3dd6299f58b_0_111">
              <a:extLst>
                <a:ext uri="{FF2B5EF4-FFF2-40B4-BE49-F238E27FC236}">
                  <a16:creationId xmlns:a16="http://schemas.microsoft.com/office/drawing/2014/main" id="{DEB46E88-074D-951A-A30B-51894750E2C9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29;g3dd6299f58b_0_111">
              <a:extLst>
                <a:ext uri="{FF2B5EF4-FFF2-40B4-BE49-F238E27FC236}">
                  <a16:creationId xmlns:a16="http://schemas.microsoft.com/office/drawing/2014/main" id="{DF0DCF52-D351-B7C1-3AF3-1949BB55C025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0;g3dd6299f58b_0_111">
              <a:extLst>
                <a:ext uri="{FF2B5EF4-FFF2-40B4-BE49-F238E27FC236}">
                  <a16:creationId xmlns:a16="http://schemas.microsoft.com/office/drawing/2014/main" id="{9A0BB768-0570-11A6-16BF-1D56E09C9697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1;g3dd6299f58b_0_111">
              <a:extLst>
                <a:ext uri="{FF2B5EF4-FFF2-40B4-BE49-F238E27FC236}">
                  <a16:creationId xmlns:a16="http://schemas.microsoft.com/office/drawing/2014/main" id="{11330366-51D0-2B1D-37D6-52CE36F5EA6C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2;g3dd6299f58b_0_111">
              <a:extLst>
                <a:ext uri="{FF2B5EF4-FFF2-40B4-BE49-F238E27FC236}">
                  <a16:creationId xmlns:a16="http://schemas.microsoft.com/office/drawing/2014/main" id="{137C3EDA-498D-D1F6-36D3-BD3EE0A12756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3;g3dd6299f58b_0_111">
              <a:extLst>
                <a:ext uri="{FF2B5EF4-FFF2-40B4-BE49-F238E27FC236}">
                  <a16:creationId xmlns:a16="http://schemas.microsoft.com/office/drawing/2014/main" id="{591E61B6-85D7-CFBF-DA68-69265D14A9C4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4;g3dd6299f58b_0_111">
              <a:extLst>
                <a:ext uri="{FF2B5EF4-FFF2-40B4-BE49-F238E27FC236}">
                  <a16:creationId xmlns:a16="http://schemas.microsoft.com/office/drawing/2014/main" id="{F63141FF-778B-D67D-DD89-E58F82C51A2F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5;g3dd6299f58b_0_111">
              <a:extLst>
                <a:ext uri="{FF2B5EF4-FFF2-40B4-BE49-F238E27FC236}">
                  <a16:creationId xmlns:a16="http://schemas.microsoft.com/office/drawing/2014/main" id="{9D81C386-9D5F-7263-DDAC-9103AE8945EE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6;g3dd6299f58b_0_111">
              <a:extLst>
                <a:ext uri="{FF2B5EF4-FFF2-40B4-BE49-F238E27FC236}">
                  <a16:creationId xmlns:a16="http://schemas.microsoft.com/office/drawing/2014/main" id="{23F99B3D-3ED2-5E6F-682C-887B802F3072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7;g3dd6299f58b_0_111">
              <a:extLst>
                <a:ext uri="{FF2B5EF4-FFF2-40B4-BE49-F238E27FC236}">
                  <a16:creationId xmlns:a16="http://schemas.microsoft.com/office/drawing/2014/main" id="{3585B30C-923B-2356-3B39-71138AB0E264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8;g3dd6299f58b_0_111">
              <a:extLst>
                <a:ext uri="{FF2B5EF4-FFF2-40B4-BE49-F238E27FC236}">
                  <a16:creationId xmlns:a16="http://schemas.microsoft.com/office/drawing/2014/main" id="{BA7139B3-E8AB-B73E-89A1-26939FF82DD1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39;g3dd6299f58b_0_111">
              <a:extLst>
                <a:ext uri="{FF2B5EF4-FFF2-40B4-BE49-F238E27FC236}">
                  <a16:creationId xmlns:a16="http://schemas.microsoft.com/office/drawing/2014/main" id="{0878F16A-59EA-EABB-55E8-53FD03AA7F64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0;g3dd6299f58b_0_111">
              <a:extLst>
                <a:ext uri="{FF2B5EF4-FFF2-40B4-BE49-F238E27FC236}">
                  <a16:creationId xmlns:a16="http://schemas.microsoft.com/office/drawing/2014/main" id="{0A08F4B1-170C-8988-8F0C-2ED1A30BFF33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1;g3dd6299f58b_0_111">
              <a:extLst>
                <a:ext uri="{FF2B5EF4-FFF2-40B4-BE49-F238E27FC236}">
                  <a16:creationId xmlns:a16="http://schemas.microsoft.com/office/drawing/2014/main" id="{E5B44DBC-ECEF-99E3-760B-FF3847E200F9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2;g3dd6299f58b_0_111">
              <a:extLst>
                <a:ext uri="{FF2B5EF4-FFF2-40B4-BE49-F238E27FC236}">
                  <a16:creationId xmlns:a16="http://schemas.microsoft.com/office/drawing/2014/main" id="{96A78EDA-8E93-31AD-F54B-1A1ECAE3E7EB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3;g3dd6299f58b_0_111">
              <a:extLst>
                <a:ext uri="{FF2B5EF4-FFF2-40B4-BE49-F238E27FC236}">
                  <a16:creationId xmlns:a16="http://schemas.microsoft.com/office/drawing/2014/main" id="{7FE3B855-FCBA-1E88-F7BE-A8311CF209E4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4;g3dd6299f58b_0_111">
              <a:extLst>
                <a:ext uri="{FF2B5EF4-FFF2-40B4-BE49-F238E27FC236}">
                  <a16:creationId xmlns:a16="http://schemas.microsoft.com/office/drawing/2014/main" id="{2E04D7A2-ABB0-893B-AEDB-336F838254E2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5;g3dd6299f58b_0_111">
              <a:extLst>
                <a:ext uri="{FF2B5EF4-FFF2-40B4-BE49-F238E27FC236}">
                  <a16:creationId xmlns:a16="http://schemas.microsoft.com/office/drawing/2014/main" id="{39EDE247-1E52-7DAE-0CAA-58F3F2261021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6;g3dd6299f58b_0_111">
              <a:extLst>
                <a:ext uri="{FF2B5EF4-FFF2-40B4-BE49-F238E27FC236}">
                  <a16:creationId xmlns:a16="http://schemas.microsoft.com/office/drawing/2014/main" id="{6C4DFCCD-3D5D-3145-3C2D-C66B019E571D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7;g3dd6299f58b_0_111">
              <a:extLst>
                <a:ext uri="{FF2B5EF4-FFF2-40B4-BE49-F238E27FC236}">
                  <a16:creationId xmlns:a16="http://schemas.microsoft.com/office/drawing/2014/main" id="{EE8A28B4-B559-60DD-6738-4102AD25AA04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8;g3dd6299f58b_0_111">
              <a:extLst>
                <a:ext uri="{FF2B5EF4-FFF2-40B4-BE49-F238E27FC236}">
                  <a16:creationId xmlns:a16="http://schemas.microsoft.com/office/drawing/2014/main" id="{8D5B3381-22FB-8615-DD21-1110044E5218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49;g3dd6299f58b_0_111">
              <a:extLst>
                <a:ext uri="{FF2B5EF4-FFF2-40B4-BE49-F238E27FC236}">
                  <a16:creationId xmlns:a16="http://schemas.microsoft.com/office/drawing/2014/main" id="{1774F51C-10C8-CF61-0FCC-464AA9EAB70E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0;g3dd6299f58b_0_111">
              <a:extLst>
                <a:ext uri="{FF2B5EF4-FFF2-40B4-BE49-F238E27FC236}">
                  <a16:creationId xmlns:a16="http://schemas.microsoft.com/office/drawing/2014/main" id="{76F84B8F-8BBF-6964-5577-7DF2524C35C2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1;g3dd6299f58b_0_111">
              <a:extLst>
                <a:ext uri="{FF2B5EF4-FFF2-40B4-BE49-F238E27FC236}">
                  <a16:creationId xmlns:a16="http://schemas.microsoft.com/office/drawing/2014/main" id="{8B95B858-AC8F-9421-71E3-6A62BC479A11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2;g3dd6299f58b_0_111">
              <a:extLst>
                <a:ext uri="{FF2B5EF4-FFF2-40B4-BE49-F238E27FC236}">
                  <a16:creationId xmlns:a16="http://schemas.microsoft.com/office/drawing/2014/main" id="{B2E57EAC-0BA2-A463-C294-46CF7E0B45F9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3;g3dd6299f58b_0_111">
              <a:extLst>
                <a:ext uri="{FF2B5EF4-FFF2-40B4-BE49-F238E27FC236}">
                  <a16:creationId xmlns:a16="http://schemas.microsoft.com/office/drawing/2014/main" id="{F80C818A-6427-6F32-5C25-60C121CB097F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4;g3dd6299f58b_0_111">
              <a:extLst>
                <a:ext uri="{FF2B5EF4-FFF2-40B4-BE49-F238E27FC236}">
                  <a16:creationId xmlns:a16="http://schemas.microsoft.com/office/drawing/2014/main" id="{DD9CF206-2CE9-9B00-63F6-92F16283E206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5;g3dd6299f58b_0_111">
              <a:extLst>
                <a:ext uri="{FF2B5EF4-FFF2-40B4-BE49-F238E27FC236}">
                  <a16:creationId xmlns:a16="http://schemas.microsoft.com/office/drawing/2014/main" id="{5860CA8E-0267-A30D-A6B6-7BCD2C84E97F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6;g3dd6299f58b_0_111">
              <a:extLst>
                <a:ext uri="{FF2B5EF4-FFF2-40B4-BE49-F238E27FC236}">
                  <a16:creationId xmlns:a16="http://schemas.microsoft.com/office/drawing/2014/main" id="{B01B4CE9-AE4D-3433-9EBC-86D7AF42A449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7;g3dd6299f58b_0_111">
              <a:extLst>
                <a:ext uri="{FF2B5EF4-FFF2-40B4-BE49-F238E27FC236}">
                  <a16:creationId xmlns:a16="http://schemas.microsoft.com/office/drawing/2014/main" id="{E027DF45-5AE1-FA54-7C50-8EF5CCF5CB62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8;g3dd6299f58b_0_111">
              <a:extLst>
                <a:ext uri="{FF2B5EF4-FFF2-40B4-BE49-F238E27FC236}">
                  <a16:creationId xmlns:a16="http://schemas.microsoft.com/office/drawing/2014/main" id="{63AA0256-6C09-5989-0E48-71A4F28DD23B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59;g3dd6299f58b_0_111">
              <a:extLst>
                <a:ext uri="{FF2B5EF4-FFF2-40B4-BE49-F238E27FC236}">
                  <a16:creationId xmlns:a16="http://schemas.microsoft.com/office/drawing/2014/main" id="{4D1E1009-1BC1-FB18-42D8-8667D16BC395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60;g3dd6299f58b_0_111">
              <a:extLst>
                <a:ext uri="{FF2B5EF4-FFF2-40B4-BE49-F238E27FC236}">
                  <a16:creationId xmlns:a16="http://schemas.microsoft.com/office/drawing/2014/main" id="{C78E38CC-AD67-9A27-D950-E9B63CD0A1A6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61;g3dd6299f58b_0_111">
              <a:extLst>
                <a:ext uri="{FF2B5EF4-FFF2-40B4-BE49-F238E27FC236}">
                  <a16:creationId xmlns:a16="http://schemas.microsoft.com/office/drawing/2014/main" id="{FFBC82A9-8283-0901-7B54-02B98E56E7D2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362;g3dd6299f58b_0_111">
              <a:extLst>
                <a:ext uri="{FF2B5EF4-FFF2-40B4-BE49-F238E27FC236}">
                  <a16:creationId xmlns:a16="http://schemas.microsoft.com/office/drawing/2014/main" id="{6DE29EF4-7082-4893-E311-675DC4E702A7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COMPARE &amp;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04. Comparative Analysis: Static Tools vs.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Static Calculator / Excel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Legacy Monolithic ERP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Agentic AI Solution</a:t>
                      </a:r>
                    </a:p>
                  </a:txBody>
                  <a:tcPr>
                    <a:solidFill>
                      <a:srgbClr val="8C1D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Reasoning &amp;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Hardcoded formula (Qty × 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Rigid rules requiring batch MRP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Autonomous 7-step perception-action-reasoning loop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Safety Stock Buffer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Ignored; risks zero stockout buffer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Configurable but often overridden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Strictly enforced: Available = Stock - Safety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Context &amp;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Zero external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Internal siloed relational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Dynamic tool calling (DB, BOM, Inventory, Shortage)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Black-box scalar output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Complex multi-tab report tables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18+ step transparent Chain-of-Thought Decision Log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Deployment &amp;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Low cost, high error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Extremely expensive ($50k+ / year)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Lightweight, zero-cost SQLite native, fast web UI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oogle Shape;289;g3dd6299f58b_0_111">
            <a:extLst>
              <a:ext uri="{FF2B5EF4-FFF2-40B4-BE49-F238E27FC236}">
                <a16:creationId xmlns:a16="http://schemas.microsoft.com/office/drawing/2014/main" id="{163CD99C-8955-C032-C3D5-DD80A8E015DD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1" name="Google Shape;290;g3dd6299f58b_0_111">
              <a:extLst>
                <a:ext uri="{FF2B5EF4-FFF2-40B4-BE49-F238E27FC236}">
                  <a16:creationId xmlns:a16="http://schemas.microsoft.com/office/drawing/2014/main" id="{33086257-ACF3-F166-2C59-E7B56DFED95E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" name="Google Shape;291;g3dd6299f58b_0_111">
              <a:extLst>
                <a:ext uri="{FF2B5EF4-FFF2-40B4-BE49-F238E27FC236}">
                  <a16:creationId xmlns:a16="http://schemas.microsoft.com/office/drawing/2014/main" id="{200250E6-C098-91D4-D4C2-42A98EBE2AA2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3" name="Google Shape;292;g3dd6299f58b_0_111">
                <a:extLst>
                  <a:ext uri="{FF2B5EF4-FFF2-40B4-BE49-F238E27FC236}">
                    <a16:creationId xmlns:a16="http://schemas.microsoft.com/office/drawing/2014/main" id="{FFCB9B82-617D-FEBD-B36A-9D38CE2CA79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" name="Google Shape;293;g3dd6299f58b_0_111">
                <a:extLst>
                  <a:ext uri="{FF2B5EF4-FFF2-40B4-BE49-F238E27FC236}">
                    <a16:creationId xmlns:a16="http://schemas.microsoft.com/office/drawing/2014/main" id="{E1278BFA-2EE0-6E76-D335-A6258C316882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Google Shape;294;g3dd6299f58b_0_111">
                <a:extLst>
                  <a:ext uri="{FF2B5EF4-FFF2-40B4-BE49-F238E27FC236}">
                    <a16:creationId xmlns:a16="http://schemas.microsoft.com/office/drawing/2014/main" id="{6CA027DE-D082-104D-483C-3F4E13D9C975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" name="Google Shape;295;g3dd6299f58b_0_111">
                <a:extLst>
                  <a:ext uri="{FF2B5EF4-FFF2-40B4-BE49-F238E27FC236}">
                    <a16:creationId xmlns:a16="http://schemas.microsoft.com/office/drawing/2014/main" id="{125C0309-00FE-E00A-F6E5-085FBEB85D2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Google Shape;296;g3dd6299f58b_0_111">
                <a:extLst>
                  <a:ext uri="{FF2B5EF4-FFF2-40B4-BE49-F238E27FC236}">
                    <a16:creationId xmlns:a16="http://schemas.microsoft.com/office/drawing/2014/main" id="{120C2597-F0A6-F928-2764-357E2E8622D3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297;g3dd6299f58b_0_111">
                <a:extLst>
                  <a:ext uri="{FF2B5EF4-FFF2-40B4-BE49-F238E27FC236}">
                    <a16:creationId xmlns:a16="http://schemas.microsoft.com/office/drawing/2014/main" id="{546E27FC-B2EB-88FB-CEC7-0468129F1218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298;g3dd6299f58b_0_111">
                <a:extLst>
                  <a:ext uri="{FF2B5EF4-FFF2-40B4-BE49-F238E27FC236}">
                    <a16:creationId xmlns:a16="http://schemas.microsoft.com/office/drawing/2014/main" id="{F43DAA0E-D6C6-1E5F-53BC-E5FA667126A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99;g3dd6299f58b_0_111">
                <a:extLst>
                  <a:ext uri="{FF2B5EF4-FFF2-40B4-BE49-F238E27FC236}">
                    <a16:creationId xmlns:a16="http://schemas.microsoft.com/office/drawing/2014/main" id="{FCC166B4-9679-45BA-FA76-BAF26841497C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300;g3dd6299f58b_0_111">
                <a:extLst>
                  <a:ext uri="{FF2B5EF4-FFF2-40B4-BE49-F238E27FC236}">
                    <a16:creationId xmlns:a16="http://schemas.microsoft.com/office/drawing/2014/main" id="{0B58248E-70F8-D160-6F82-3C9A17A14084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301;g3dd6299f58b_0_111">
                <a:extLst>
                  <a:ext uri="{FF2B5EF4-FFF2-40B4-BE49-F238E27FC236}">
                    <a16:creationId xmlns:a16="http://schemas.microsoft.com/office/drawing/2014/main" id="{1A7894E3-ECED-DCA0-5DDB-FE129A746D2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302;g3dd6299f58b_0_111">
                <a:extLst>
                  <a:ext uri="{FF2B5EF4-FFF2-40B4-BE49-F238E27FC236}">
                    <a16:creationId xmlns:a16="http://schemas.microsoft.com/office/drawing/2014/main" id="{D1E8D752-1C54-F15C-D4EB-F038A21C62FF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303;g3dd6299f58b_0_111">
                <a:extLst>
                  <a:ext uri="{FF2B5EF4-FFF2-40B4-BE49-F238E27FC236}">
                    <a16:creationId xmlns:a16="http://schemas.microsoft.com/office/drawing/2014/main" id="{7B76BFFB-25A6-B0A9-6D29-16BD5901483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304;g3dd6299f58b_0_111">
                <a:extLst>
                  <a:ext uri="{FF2B5EF4-FFF2-40B4-BE49-F238E27FC236}">
                    <a16:creationId xmlns:a16="http://schemas.microsoft.com/office/drawing/2014/main" id="{CA7B339D-B931-4C77-6E27-F0CCA9BE963F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05;g3dd6299f58b_0_111">
                <a:extLst>
                  <a:ext uri="{FF2B5EF4-FFF2-40B4-BE49-F238E27FC236}">
                    <a16:creationId xmlns:a16="http://schemas.microsoft.com/office/drawing/2014/main" id="{6471BA9E-C256-E5EF-C0E5-A9CF786988A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06;g3dd6299f58b_0_111">
                <a:extLst>
                  <a:ext uri="{FF2B5EF4-FFF2-40B4-BE49-F238E27FC236}">
                    <a16:creationId xmlns:a16="http://schemas.microsoft.com/office/drawing/2014/main" id="{506ECE27-9F01-1A80-D850-A6B7EEA93E41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7;g3dd6299f58b_0_111">
                <a:extLst>
                  <a:ext uri="{FF2B5EF4-FFF2-40B4-BE49-F238E27FC236}">
                    <a16:creationId xmlns:a16="http://schemas.microsoft.com/office/drawing/2014/main" id="{BFF87976-2947-6922-D3F6-A3000870C5E0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8;g3dd6299f58b_0_111">
                <a:extLst>
                  <a:ext uri="{FF2B5EF4-FFF2-40B4-BE49-F238E27FC236}">
                    <a16:creationId xmlns:a16="http://schemas.microsoft.com/office/drawing/2014/main" id="{E03B4C5C-436A-BEA9-CE02-24B2727172F4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9;g3dd6299f58b_0_111">
                <a:extLst>
                  <a:ext uri="{FF2B5EF4-FFF2-40B4-BE49-F238E27FC236}">
                    <a16:creationId xmlns:a16="http://schemas.microsoft.com/office/drawing/2014/main" id="{A599A2BD-2CDE-E0C2-C199-EC2DB60D3DF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0;g3dd6299f58b_0_111">
                <a:extLst>
                  <a:ext uri="{FF2B5EF4-FFF2-40B4-BE49-F238E27FC236}">
                    <a16:creationId xmlns:a16="http://schemas.microsoft.com/office/drawing/2014/main" id="{1753C44A-0F82-AE2C-435E-6B386717EC3A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11;g3dd6299f58b_0_111">
                <a:extLst>
                  <a:ext uri="{FF2B5EF4-FFF2-40B4-BE49-F238E27FC236}">
                    <a16:creationId xmlns:a16="http://schemas.microsoft.com/office/drawing/2014/main" id="{F939FCE8-9D8C-54BC-E387-9FCB0C3FA8CB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12;g3dd6299f58b_0_111">
                <a:extLst>
                  <a:ext uri="{FF2B5EF4-FFF2-40B4-BE49-F238E27FC236}">
                    <a16:creationId xmlns:a16="http://schemas.microsoft.com/office/drawing/2014/main" id="{51DBC315-E688-763E-5B1D-0BCBF479D4B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13;g3dd6299f58b_0_111">
                <a:extLst>
                  <a:ext uri="{FF2B5EF4-FFF2-40B4-BE49-F238E27FC236}">
                    <a16:creationId xmlns:a16="http://schemas.microsoft.com/office/drawing/2014/main" id="{A8C9E11A-49C3-8CA0-0DDC-DB612DC5B739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14;g3dd6299f58b_0_111">
                <a:extLst>
                  <a:ext uri="{FF2B5EF4-FFF2-40B4-BE49-F238E27FC236}">
                    <a16:creationId xmlns:a16="http://schemas.microsoft.com/office/drawing/2014/main" id="{10430917-C47A-7412-6C12-8A933F33A03C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15;g3dd6299f58b_0_111">
                <a:extLst>
                  <a:ext uri="{FF2B5EF4-FFF2-40B4-BE49-F238E27FC236}">
                    <a16:creationId xmlns:a16="http://schemas.microsoft.com/office/drawing/2014/main" id="{1E3B004B-A09A-6466-A9A7-2CDAA12BA3E4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16;g3dd6299f58b_0_111">
                <a:extLst>
                  <a:ext uri="{FF2B5EF4-FFF2-40B4-BE49-F238E27FC236}">
                    <a16:creationId xmlns:a16="http://schemas.microsoft.com/office/drawing/2014/main" id="{DC2CE939-7B66-C64C-BA9E-0E54AEC776E9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7;g3dd6299f58b_0_111">
                <a:extLst>
                  <a:ext uri="{FF2B5EF4-FFF2-40B4-BE49-F238E27FC236}">
                    <a16:creationId xmlns:a16="http://schemas.microsoft.com/office/drawing/2014/main" id="{C18CF249-8EE6-6ACB-8688-488F95EF35B3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8;g3dd6299f58b_0_111">
                <a:extLst>
                  <a:ext uri="{FF2B5EF4-FFF2-40B4-BE49-F238E27FC236}">
                    <a16:creationId xmlns:a16="http://schemas.microsoft.com/office/drawing/2014/main" id="{9DE6320C-4E8E-AD7A-CF50-0ECB8F537A05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9;g3dd6299f58b_0_111">
                <a:extLst>
                  <a:ext uri="{FF2B5EF4-FFF2-40B4-BE49-F238E27FC236}">
                    <a16:creationId xmlns:a16="http://schemas.microsoft.com/office/drawing/2014/main" id="{D92B6044-4E95-BBCB-4B3D-2D30D1B1A1EE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20;g3dd6299f58b_0_111">
                <a:extLst>
                  <a:ext uri="{FF2B5EF4-FFF2-40B4-BE49-F238E27FC236}">
                    <a16:creationId xmlns:a16="http://schemas.microsoft.com/office/drawing/2014/main" id="{E64F8C54-7D1D-569B-5C6A-E145C61D7EF0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21;g3dd6299f58b_0_111">
                <a:extLst>
                  <a:ext uri="{FF2B5EF4-FFF2-40B4-BE49-F238E27FC236}">
                    <a16:creationId xmlns:a16="http://schemas.microsoft.com/office/drawing/2014/main" id="{6445F7F3-2C05-93D2-CC50-39C0D3768DE5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22;g3dd6299f58b_0_111">
                <a:extLst>
                  <a:ext uri="{FF2B5EF4-FFF2-40B4-BE49-F238E27FC236}">
                    <a16:creationId xmlns:a16="http://schemas.microsoft.com/office/drawing/2014/main" id="{BA18CA3F-13DF-F511-41A3-9DFDA031AC1B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23;g3dd6299f58b_0_111">
                <a:extLst>
                  <a:ext uri="{FF2B5EF4-FFF2-40B4-BE49-F238E27FC236}">
                    <a16:creationId xmlns:a16="http://schemas.microsoft.com/office/drawing/2014/main" id="{56CF79EE-20C0-28A0-449E-8E1D8D6D023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24;g3dd6299f58b_0_111">
                <a:extLst>
                  <a:ext uri="{FF2B5EF4-FFF2-40B4-BE49-F238E27FC236}">
                    <a16:creationId xmlns:a16="http://schemas.microsoft.com/office/drawing/2014/main" id="{A65D4206-26D7-618E-D361-6EEE17B68CBC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25;g3dd6299f58b_0_111">
                <a:extLst>
                  <a:ext uri="{FF2B5EF4-FFF2-40B4-BE49-F238E27FC236}">
                    <a16:creationId xmlns:a16="http://schemas.microsoft.com/office/drawing/2014/main" id="{CC26C971-E845-3748-31F7-34B41BB0F9AF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26;g3dd6299f58b_0_111">
                <a:extLst>
                  <a:ext uri="{FF2B5EF4-FFF2-40B4-BE49-F238E27FC236}">
                    <a16:creationId xmlns:a16="http://schemas.microsoft.com/office/drawing/2014/main" id="{2776D05E-336C-6902-0C26-6C870F0CD921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8" name="Google Shape;327;g3dd6299f58b_0_111">
            <a:extLst>
              <a:ext uri="{FF2B5EF4-FFF2-40B4-BE49-F238E27FC236}">
                <a16:creationId xmlns:a16="http://schemas.microsoft.com/office/drawing/2014/main" id="{BABDF19E-CBEC-20F9-DBCD-857EA3B97F28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49" name="Google Shape;328;g3dd6299f58b_0_111">
              <a:extLst>
                <a:ext uri="{FF2B5EF4-FFF2-40B4-BE49-F238E27FC236}">
                  <a16:creationId xmlns:a16="http://schemas.microsoft.com/office/drawing/2014/main" id="{8BD0FFF1-1244-AB06-17F6-299B5DDFD1F8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" name="Google Shape;329;g3dd6299f58b_0_111">
              <a:extLst>
                <a:ext uri="{FF2B5EF4-FFF2-40B4-BE49-F238E27FC236}">
                  <a16:creationId xmlns:a16="http://schemas.microsoft.com/office/drawing/2014/main" id="{8D232B4C-6CF8-422B-A19A-9F8EA4EBAE23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330;g3dd6299f58b_0_111">
              <a:extLst>
                <a:ext uri="{FF2B5EF4-FFF2-40B4-BE49-F238E27FC236}">
                  <a16:creationId xmlns:a16="http://schemas.microsoft.com/office/drawing/2014/main" id="{FB95E1F2-4550-ADD2-0006-EB0FCD21F474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331;g3dd6299f58b_0_111">
              <a:extLst>
                <a:ext uri="{FF2B5EF4-FFF2-40B4-BE49-F238E27FC236}">
                  <a16:creationId xmlns:a16="http://schemas.microsoft.com/office/drawing/2014/main" id="{5CAB73BD-23BB-6430-B4C4-B37C616BF940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332;g3dd6299f58b_0_111">
              <a:extLst>
                <a:ext uri="{FF2B5EF4-FFF2-40B4-BE49-F238E27FC236}">
                  <a16:creationId xmlns:a16="http://schemas.microsoft.com/office/drawing/2014/main" id="{D20B503D-840D-CAD5-C932-0EB67082EA21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333;g3dd6299f58b_0_111">
              <a:extLst>
                <a:ext uri="{FF2B5EF4-FFF2-40B4-BE49-F238E27FC236}">
                  <a16:creationId xmlns:a16="http://schemas.microsoft.com/office/drawing/2014/main" id="{BC693585-047E-C009-9943-3D6B02633319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334;g3dd6299f58b_0_111">
              <a:extLst>
                <a:ext uri="{FF2B5EF4-FFF2-40B4-BE49-F238E27FC236}">
                  <a16:creationId xmlns:a16="http://schemas.microsoft.com/office/drawing/2014/main" id="{3473B71D-7B8F-7FBB-AAFD-80DDABB244F2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335;g3dd6299f58b_0_111">
              <a:extLst>
                <a:ext uri="{FF2B5EF4-FFF2-40B4-BE49-F238E27FC236}">
                  <a16:creationId xmlns:a16="http://schemas.microsoft.com/office/drawing/2014/main" id="{77B0EF4C-9167-AF05-9D55-62C3E6DD693B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36;g3dd6299f58b_0_111">
              <a:extLst>
                <a:ext uri="{FF2B5EF4-FFF2-40B4-BE49-F238E27FC236}">
                  <a16:creationId xmlns:a16="http://schemas.microsoft.com/office/drawing/2014/main" id="{9981D1E4-2730-610E-CD35-21F7396345CA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7;g3dd6299f58b_0_111">
              <a:extLst>
                <a:ext uri="{FF2B5EF4-FFF2-40B4-BE49-F238E27FC236}">
                  <a16:creationId xmlns:a16="http://schemas.microsoft.com/office/drawing/2014/main" id="{C0C2AD29-74EB-D380-7C20-62E9FBF8E67F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8;g3dd6299f58b_0_111">
              <a:extLst>
                <a:ext uri="{FF2B5EF4-FFF2-40B4-BE49-F238E27FC236}">
                  <a16:creationId xmlns:a16="http://schemas.microsoft.com/office/drawing/2014/main" id="{DEAB82C2-6307-7087-84B7-DB9336B1BDAD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9;g3dd6299f58b_0_111">
              <a:extLst>
                <a:ext uri="{FF2B5EF4-FFF2-40B4-BE49-F238E27FC236}">
                  <a16:creationId xmlns:a16="http://schemas.microsoft.com/office/drawing/2014/main" id="{746D3FAC-1767-6730-F96B-34422E2B5646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40;g3dd6299f58b_0_111">
              <a:extLst>
                <a:ext uri="{FF2B5EF4-FFF2-40B4-BE49-F238E27FC236}">
                  <a16:creationId xmlns:a16="http://schemas.microsoft.com/office/drawing/2014/main" id="{4D00E75F-2B76-A903-3C84-C1F002DD3AC4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41;g3dd6299f58b_0_111">
              <a:extLst>
                <a:ext uri="{FF2B5EF4-FFF2-40B4-BE49-F238E27FC236}">
                  <a16:creationId xmlns:a16="http://schemas.microsoft.com/office/drawing/2014/main" id="{DFAF07E9-C409-215A-2347-4D3A1E4C7BC5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42;g3dd6299f58b_0_111">
              <a:extLst>
                <a:ext uri="{FF2B5EF4-FFF2-40B4-BE49-F238E27FC236}">
                  <a16:creationId xmlns:a16="http://schemas.microsoft.com/office/drawing/2014/main" id="{2AE16759-0CCA-B332-627A-3374E08D14E0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43;g3dd6299f58b_0_111">
              <a:extLst>
                <a:ext uri="{FF2B5EF4-FFF2-40B4-BE49-F238E27FC236}">
                  <a16:creationId xmlns:a16="http://schemas.microsoft.com/office/drawing/2014/main" id="{8EFC0239-8705-7490-C23F-D6C40A7869F0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44;g3dd6299f58b_0_111">
              <a:extLst>
                <a:ext uri="{FF2B5EF4-FFF2-40B4-BE49-F238E27FC236}">
                  <a16:creationId xmlns:a16="http://schemas.microsoft.com/office/drawing/2014/main" id="{543A8DE9-7746-A52D-AA79-7A5A570BE221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45;g3dd6299f58b_0_111">
              <a:extLst>
                <a:ext uri="{FF2B5EF4-FFF2-40B4-BE49-F238E27FC236}">
                  <a16:creationId xmlns:a16="http://schemas.microsoft.com/office/drawing/2014/main" id="{1F5C5653-24EF-794B-B58F-BC7689723DC1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46;g3dd6299f58b_0_111">
              <a:extLst>
                <a:ext uri="{FF2B5EF4-FFF2-40B4-BE49-F238E27FC236}">
                  <a16:creationId xmlns:a16="http://schemas.microsoft.com/office/drawing/2014/main" id="{F0EF42CF-CD4A-DEB1-7342-B34C7E30D257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7;g3dd6299f58b_0_111">
              <a:extLst>
                <a:ext uri="{FF2B5EF4-FFF2-40B4-BE49-F238E27FC236}">
                  <a16:creationId xmlns:a16="http://schemas.microsoft.com/office/drawing/2014/main" id="{3D93E665-058E-8869-1499-DA9D1CC55A5D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8;g3dd6299f58b_0_111">
              <a:extLst>
                <a:ext uri="{FF2B5EF4-FFF2-40B4-BE49-F238E27FC236}">
                  <a16:creationId xmlns:a16="http://schemas.microsoft.com/office/drawing/2014/main" id="{D3C9ADE0-A9C6-AEBD-3A94-A8D5E9B74B6E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9;g3dd6299f58b_0_111">
              <a:extLst>
                <a:ext uri="{FF2B5EF4-FFF2-40B4-BE49-F238E27FC236}">
                  <a16:creationId xmlns:a16="http://schemas.microsoft.com/office/drawing/2014/main" id="{5265EC21-212A-5991-142D-904B2666BD3F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50;g3dd6299f58b_0_111">
              <a:extLst>
                <a:ext uri="{FF2B5EF4-FFF2-40B4-BE49-F238E27FC236}">
                  <a16:creationId xmlns:a16="http://schemas.microsoft.com/office/drawing/2014/main" id="{24B4D22C-39FA-5167-F877-4903736F9F4F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51;g3dd6299f58b_0_111">
              <a:extLst>
                <a:ext uri="{FF2B5EF4-FFF2-40B4-BE49-F238E27FC236}">
                  <a16:creationId xmlns:a16="http://schemas.microsoft.com/office/drawing/2014/main" id="{ABAAC5A9-CB22-2A7D-5CD4-EE8A65A35A67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52;g3dd6299f58b_0_111">
              <a:extLst>
                <a:ext uri="{FF2B5EF4-FFF2-40B4-BE49-F238E27FC236}">
                  <a16:creationId xmlns:a16="http://schemas.microsoft.com/office/drawing/2014/main" id="{BA3F1D71-56E3-9B0C-24BF-CB5442A9A3D5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53;g3dd6299f58b_0_111">
              <a:extLst>
                <a:ext uri="{FF2B5EF4-FFF2-40B4-BE49-F238E27FC236}">
                  <a16:creationId xmlns:a16="http://schemas.microsoft.com/office/drawing/2014/main" id="{D3BBB480-94EC-400F-0319-4E39B58EEC2A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54;g3dd6299f58b_0_111">
              <a:extLst>
                <a:ext uri="{FF2B5EF4-FFF2-40B4-BE49-F238E27FC236}">
                  <a16:creationId xmlns:a16="http://schemas.microsoft.com/office/drawing/2014/main" id="{D972790B-B436-266E-B152-5055E0B0C241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55;g3dd6299f58b_0_111">
              <a:extLst>
                <a:ext uri="{FF2B5EF4-FFF2-40B4-BE49-F238E27FC236}">
                  <a16:creationId xmlns:a16="http://schemas.microsoft.com/office/drawing/2014/main" id="{FBB8E8F4-E7CF-0EF7-98A7-E46024ED97E6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56;g3dd6299f58b_0_111">
              <a:extLst>
                <a:ext uri="{FF2B5EF4-FFF2-40B4-BE49-F238E27FC236}">
                  <a16:creationId xmlns:a16="http://schemas.microsoft.com/office/drawing/2014/main" id="{8F460EE2-AB65-1366-ED2F-A1900F65563F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7;g3dd6299f58b_0_111">
              <a:extLst>
                <a:ext uri="{FF2B5EF4-FFF2-40B4-BE49-F238E27FC236}">
                  <a16:creationId xmlns:a16="http://schemas.microsoft.com/office/drawing/2014/main" id="{23AD061C-A775-4074-C186-E42C43504CF6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8;g3dd6299f58b_0_111">
              <a:extLst>
                <a:ext uri="{FF2B5EF4-FFF2-40B4-BE49-F238E27FC236}">
                  <a16:creationId xmlns:a16="http://schemas.microsoft.com/office/drawing/2014/main" id="{B4059880-F4A7-714B-2365-ACBB3FDAF0E4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9;g3dd6299f58b_0_111">
              <a:extLst>
                <a:ext uri="{FF2B5EF4-FFF2-40B4-BE49-F238E27FC236}">
                  <a16:creationId xmlns:a16="http://schemas.microsoft.com/office/drawing/2014/main" id="{DF9CE41A-F08E-3E23-09D0-ED642BBC7B34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60;g3dd6299f58b_0_111">
              <a:extLst>
                <a:ext uri="{FF2B5EF4-FFF2-40B4-BE49-F238E27FC236}">
                  <a16:creationId xmlns:a16="http://schemas.microsoft.com/office/drawing/2014/main" id="{08F1A664-C019-457F-3674-C7F90BB59D53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61;g3dd6299f58b_0_111">
              <a:extLst>
                <a:ext uri="{FF2B5EF4-FFF2-40B4-BE49-F238E27FC236}">
                  <a16:creationId xmlns:a16="http://schemas.microsoft.com/office/drawing/2014/main" id="{7C43B27F-280E-BBB5-40AC-E4F968EFD281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62;g3dd6299f58b_0_111">
              <a:extLst>
                <a:ext uri="{FF2B5EF4-FFF2-40B4-BE49-F238E27FC236}">
                  <a16:creationId xmlns:a16="http://schemas.microsoft.com/office/drawing/2014/main" id="{B5BE67D9-52E4-E982-CD26-821E2C2C5DB8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MATHEMATICAL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05. Problem Modeling &amp; Mathematical Formulation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1. Gross Requirement Calculation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8C1D22"/>
                </a:solidFill>
              </a:defRPr>
            </a:pPr>
            <a:r>
              <a:t>Total Required (R_i) = Q × r_i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Where Q is the production batch quantity (e.g. 500 units), and r_i is the unit ratio of material i defined in the Bill of Materials (BOM).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2. Net Available Usable Stock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8C1D22"/>
                </a:solidFill>
              </a:defRPr>
            </a:pPr>
            <a:r>
              <a:t>Available Usable (U_i) = max( 0, S_i - B_i 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Where S_i is the current warehouse stock and B_i is the mandatory safety stock reserve. Prevents emergency buffer cannibalization.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3. Shortage Deficit Identification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8C1D22"/>
                </a:solidFill>
              </a:defRPr>
            </a:pPr>
            <a:r>
              <a:t>Shortage (D_i) = max( 0, R_i - U_i 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If D_i &gt; 0, material is flagged with a warning (⚠) and queued for procurement. If D_i = 0, status is marked sufficient (✓).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4. Financial Procurement Synthesis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8C1D22"/>
                </a:solidFill>
              </a:defRPr>
            </a:pPr>
            <a:r>
              <a:t>Total Procurement Cost (C) = Σ ( D_i × c_i 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Where c_i is supplier unit cost. The agent auto-batches purchase quantities to prevent incomplete assemblies and financial overhead.</a:t>
            </a:r>
          </a:p>
        </p:txBody>
      </p:sp>
      <p:grpSp>
        <p:nvGrpSpPr>
          <p:cNvPr id="17" name="Google Shape;289;g3dd6299f58b_0_111">
            <a:extLst>
              <a:ext uri="{FF2B5EF4-FFF2-40B4-BE49-F238E27FC236}">
                <a16:creationId xmlns:a16="http://schemas.microsoft.com/office/drawing/2014/main" id="{E8ABDE32-01FE-E136-9BA8-4CEB9097D764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8" name="Google Shape;290;g3dd6299f58b_0_111">
              <a:extLst>
                <a:ext uri="{FF2B5EF4-FFF2-40B4-BE49-F238E27FC236}">
                  <a16:creationId xmlns:a16="http://schemas.microsoft.com/office/drawing/2014/main" id="{E08E9D99-0CF0-C01F-3025-419CA704A640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" name="Google Shape;291;g3dd6299f58b_0_111">
              <a:extLst>
                <a:ext uri="{FF2B5EF4-FFF2-40B4-BE49-F238E27FC236}">
                  <a16:creationId xmlns:a16="http://schemas.microsoft.com/office/drawing/2014/main" id="{DAD46787-9256-31A3-9C2F-BFA9F961D30F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0" name="Google Shape;292;g3dd6299f58b_0_111">
                <a:extLst>
                  <a:ext uri="{FF2B5EF4-FFF2-40B4-BE49-F238E27FC236}">
                    <a16:creationId xmlns:a16="http://schemas.microsoft.com/office/drawing/2014/main" id="{C5FBF43B-477B-D2E3-8A6D-5EBA3B177802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3;g3dd6299f58b_0_111">
                <a:extLst>
                  <a:ext uri="{FF2B5EF4-FFF2-40B4-BE49-F238E27FC236}">
                    <a16:creationId xmlns:a16="http://schemas.microsoft.com/office/drawing/2014/main" id="{405CB960-38FC-FC49-269F-1132E1861F18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4;g3dd6299f58b_0_111">
                <a:extLst>
                  <a:ext uri="{FF2B5EF4-FFF2-40B4-BE49-F238E27FC236}">
                    <a16:creationId xmlns:a16="http://schemas.microsoft.com/office/drawing/2014/main" id="{2020F365-1844-F367-B516-2F987C59612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5;g3dd6299f58b_0_111">
                <a:extLst>
                  <a:ext uri="{FF2B5EF4-FFF2-40B4-BE49-F238E27FC236}">
                    <a16:creationId xmlns:a16="http://schemas.microsoft.com/office/drawing/2014/main" id="{C7C0E9A4-AC04-38AF-0E22-160C70744384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6;g3dd6299f58b_0_111">
                <a:extLst>
                  <a:ext uri="{FF2B5EF4-FFF2-40B4-BE49-F238E27FC236}">
                    <a16:creationId xmlns:a16="http://schemas.microsoft.com/office/drawing/2014/main" id="{BBFEB4F9-DED5-E4C9-C925-621AB69840C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7;g3dd6299f58b_0_111">
                <a:extLst>
                  <a:ext uri="{FF2B5EF4-FFF2-40B4-BE49-F238E27FC236}">
                    <a16:creationId xmlns:a16="http://schemas.microsoft.com/office/drawing/2014/main" id="{248B24D8-1EB5-9897-5A5C-E4900306F84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98;g3dd6299f58b_0_111">
                <a:extLst>
                  <a:ext uri="{FF2B5EF4-FFF2-40B4-BE49-F238E27FC236}">
                    <a16:creationId xmlns:a16="http://schemas.microsoft.com/office/drawing/2014/main" id="{51FD0052-9A44-C9F7-A0E4-15D84BE116C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99;g3dd6299f58b_0_111">
                <a:extLst>
                  <a:ext uri="{FF2B5EF4-FFF2-40B4-BE49-F238E27FC236}">
                    <a16:creationId xmlns:a16="http://schemas.microsoft.com/office/drawing/2014/main" id="{630EF84B-D450-4F02-1CAD-2CD9DAF1F814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0;g3dd6299f58b_0_111">
                <a:extLst>
                  <a:ext uri="{FF2B5EF4-FFF2-40B4-BE49-F238E27FC236}">
                    <a16:creationId xmlns:a16="http://schemas.microsoft.com/office/drawing/2014/main" id="{203075DA-F263-5D41-39CD-85E8856E60D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1;g3dd6299f58b_0_111">
                <a:extLst>
                  <a:ext uri="{FF2B5EF4-FFF2-40B4-BE49-F238E27FC236}">
                    <a16:creationId xmlns:a16="http://schemas.microsoft.com/office/drawing/2014/main" id="{CED3105A-C787-5F00-2AFA-78D54A52064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2;g3dd6299f58b_0_111">
                <a:extLst>
                  <a:ext uri="{FF2B5EF4-FFF2-40B4-BE49-F238E27FC236}">
                    <a16:creationId xmlns:a16="http://schemas.microsoft.com/office/drawing/2014/main" id="{7DAE9AF0-D25D-72AE-9409-D8B9A95C696C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3;g3dd6299f58b_0_111">
                <a:extLst>
                  <a:ext uri="{FF2B5EF4-FFF2-40B4-BE49-F238E27FC236}">
                    <a16:creationId xmlns:a16="http://schemas.microsoft.com/office/drawing/2014/main" id="{07F3AAC8-2C7C-64C7-C285-D61A6489F65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4;g3dd6299f58b_0_111">
                <a:extLst>
                  <a:ext uri="{FF2B5EF4-FFF2-40B4-BE49-F238E27FC236}">
                    <a16:creationId xmlns:a16="http://schemas.microsoft.com/office/drawing/2014/main" id="{799228D5-5BB1-C06C-E134-D468AEBA2ED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5;g3dd6299f58b_0_111">
                <a:extLst>
                  <a:ext uri="{FF2B5EF4-FFF2-40B4-BE49-F238E27FC236}">
                    <a16:creationId xmlns:a16="http://schemas.microsoft.com/office/drawing/2014/main" id="{447959F4-0F60-6D46-4A7A-CFC5CB8FE1BE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6;g3dd6299f58b_0_111">
                <a:extLst>
                  <a:ext uri="{FF2B5EF4-FFF2-40B4-BE49-F238E27FC236}">
                    <a16:creationId xmlns:a16="http://schemas.microsoft.com/office/drawing/2014/main" id="{B601E695-30B3-107E-8C33-AE09584FBF8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7;g3dd6299f58b_0_111">
                <a:extLst>
                  <a:ext uri="{FF2B5EF4-FFF2-40B4-BE49-F238E27FC236}">
                    <a16:creationId xmlns:a16="http://schemas.microsoft.com/office/drawing/2014/main" id="{7F80D58B-E64D-9875-7D96-C61ECB8ECFAF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8;g3dd6299f58b_0_111">
                <a:extLst>
                  <a:ext uri="{FF2B5EF4-FFF2-40B4-BE49-F238E27FC236}">
                    <a16:creationId xmlns:a16="http://schemas.microsoft.com/office/drawing/2014/main" id="{4B973E0C-EB9F-8CD5-C5A0-FB03C9E0A708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9;g3dd6299f58b_0_111">
                <a:extLst>
                  <a:ext uri="{FF2B5EF4-FFF2-40B4-BE49-F238E27FC236}">
                    <a16:creationId xmlns:a16="http://schemas.microsoft.com/office/drawing/2014/main" id="{F0B865B2-2950-CE69-1C54-DCE5AFC252D9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0;g3dd6299f58b_0_111">
                <a:extLst>
                  <a:ext uri="{FF2B5EF4-FFF2-40B4-BE49-F238E27FC236}">
                    <a16:creationId xmlns:a16="http://schemas.microsoft.com/office/drawing/2014/main" id="{BFB74DA0-BD18-108F-A7C4-DE5C43E11D3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1;g3dd6299f58b_0_111">
                <a:extLst>
                  <a:ext uri="{FF2B5EF4-FFF2-40B4-BE49-F238E27FC236}">
                    <a16:creationId xmlns:a16="http://schemas.microsoft.com/office/drawing/2014/main" id="{AD34EF91-953E-60D7-2A4D-386EFCF19AC4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2;g3dd6299f58b_0_111">
                <a:extLst>
                  <a:ext uri="{FF2B5EF4-FFF2-40B4-BE49-F238E27FC236}">
                    <a16:creationId xmlns:a16="http://schemas.microsoft.com/office/drawing/2014/main" id="{C215C239-44B6-18BB-E100-D8B5BBB43D0B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3;g3dd6299f58b_0_111">
                <a:extLst>
                  <a:ext uri="{FF2B5EF4-FFF2-40B4-BE49-F238E27FC236}">
                    <a16:creationId xmlns:a16="http://schemas.microsoft.com/office/drawing/2014/main" id="{36136975-E380-4205-866C-3899A4C8DBFC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4;g3dd6299f58b_0_111">
                <a:extLst>
                  <a:ext uri="{FF2B5EF4-FFF2-40B4-BE49-F238E27FC236}">
                    <a16:creationId xmlns:a16="http://schemas.microsoft.com/office/drawing/2014/main" id="{1658CFD3-0A8E-0796-102E-EC58D0C29EF9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5;g3dd6299f58b_0_111">
                <a:extLst>
                  <a:ext uri="{FF2B5EF4-FFF2-40B4-BE49-F238E27FC236}">
                    <a16:creationId xmlns:a16="http://schemas.microsoft.com/office/drawing/2014/main" id="{9B9E8A51-379B-DF48-23B0-0C1872AB2E4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6;g3dd6299f58b_0_111">
                <a:extLst>
                  <a:ext uri="{FF2B5EF4-FFF2-40B4-BE49-F238E27FC236}">
                    <a16:creationId xmlns:a16="http://schemas.microsoft.com/office/drawing/2014/main" id="{37583B75-D0EF-C754-DE14-053D42F762E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7;g3dd6299f58b_0_111">
                <a:extLst>
                  <a:ext uri="{FF2B5EF4-FFF2-40B4-BE49-F238E27FC236}">
                    <a16:creationId xmlns:a16="http://schemas.microsoft.com/office/drawing/2014/main" id="{82787E82-3A12-054D-8A10-017C880719C8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8;g3dd6299f58b_0_111">
                <a:extLst>
                  <a:ext uri="{FF2B5EF4-FFF2-40B4-BE49-F238E27FC236}">
                    <a16:creationId xmlns:a16="http://schemas.microsoft.com/office/drawing/2014/main" id="{36150EB0-E07E-A9DC-791C-498AF316BD33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9;g3dd6299f58b_0_111">
                <a:extLst>
                  <a:ext uri="{FF2B5EF4-FFF2-40B4-BE49-F238E27FC236}">
                    <a16:creationId xmlns:a16="http://schemas.microsoft.com/office/drawing/2014/main" id="{6899CBAE-8C1B-30D1-AAB6-187582AB2A4A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0;g3dd6299f58b_0_111">
                <a:extLst>
                  <a:ext uri="{FF2B5EF4-FFF2-40B4-BE49-F238E27FC236}">
                    <a16:creationId xmlns:a16="http://schemas.microsoft.com/office/drawing/2014/main" id="{56F8533E-2FB8-654D-9E62-7D8FD49010E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1;g3dd6299f58b_0_111">
                <a:extLst>
                  <a:ext uri="{FF2B5EF4-FFF2-40B4-BE49-F238E27FC236}">
                    <a16:creationId xmlns:a16="http://schemas.microsoft.com/office/drawing/2014/main" id="{77A1A4A7-CED6-6D7B-8EA0-DD600AFB9298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2;g3dd6299f58b_0_111">
                <a:extLst>
                  <a:ext uri="{FF2B5EF4-FFF2-40B4-BE49-F238E27FC236}">
                    <a16:creationId xmlns:a16="http://schemas.microsoft.com/office/drawing/2014/main" id="{44C4B32A-C3AB-7411-8127-72C8CC98A4DC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3;g3dd6299f58b_0_111">
                <a:extLst>
                  <a:ext uri="{FF2B5EF4-FFF2-40B4-BE49-F238E27FC236}">
                    <a16:creationId xmlns:a16="http://schemas.microsoft.com/office/drawing/2014/main" id="{750F6DAA-9888-660C-9AAB-A0EC8922A709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4;g3dd6299f58b_0_111">
                <a:extLst>
                  <a:ext uri="{FF2B5EF4-FFF2-40B4-BE49-F238E27FC236}">
                    <a16:creationId xmlns:a16="http://schemas.microsoft.com/office/drawing/2014/main" id="{6C8CBAD0-69FA-3C48-8BF5-3306C9DC8E5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25;g3dd6299f58b_0_111">
                <a:extLst>
                  <a:ext uri="{FF2B5EF4-FFF2-40B4-BE49-F238E27FC236}">
                    <a16:creationId xmlns:a16="http://schemas.microsoft.com/office/drawing/2014/main" id="{722791F8-FC98-3592-49B2-112A181FE65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26;g3dd6299f58b_0_111">
                <a:extLst>
                  <a:ext uri="{FF2B5EF4-FFF2-40B4-BE49-F238E27FC236}">
                    <a16:creationId xmlns:a16="http://schemas.microsoft.com/office/drawing/2014/main" id="{89970269-AEC6-E57E-D40A-55D75016CE93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" name="Google Shape;327;g3dd6299f58b_0_111">
            <a:extLst>
              <a:ext uri="{FF2B5EF4-FFF2-40B4-BE49-F238E27FC236}">
                <a16:creationId xmlns:a16="http://schemas.microsoft.com/office/drawing/2014/main" id="{65654FA3-6AE8-937D-C8AD-2F2BEFB84E15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6" name="Google Shape;328;g3dd6299f58b_0_111">
              <a:extLst>
                <a:ext uri="{FF2B5EF4-FFF2-40B4-BE49-F238E27FC236}">
                  <a16:creationId xmlns:a16="http://schemas.microsoft.com/office/drawing/2014/main" id="{CAA90F11-3D89-608F-9A1B-6453A14EF20E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29;g3dd6299f58b_0_111">
              <a:extLst>
                <a:ext uri="{FF2B5EF4-FFF2-40B4-BE49-F238E27FC236}">
                  <a16:creationId xmlns:a16="http://schemas.microsoft.com/office/drawing/2014/main" id="{7E343353-8FDE-15CC-DF3C-E6724827D0CE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0;g3dd6299f58b_0_111">
              <a:extLst>
                <a:ext uri="{FF2B5EF4-FFF2-40B4-BE49-F238E27FC236}">
                  <a16:creationId xmlns:a16="http://schemas.microsoft.com/office/drawing/2014/main" id="{51D5C071-C5C6-AB1C-EEDA-410BC2E4079E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1;g3dd6299f58b_0_111">
              <a:extLst>
                <a:ext uri="{FF2B5EF4-FFF2-40B4-BE49-F238E27FC236}">
                  <a16:creationId xmlns:a16="http://schemas.microsoft.com/office/drawing/2014/main" id="{E751D47D-F52D-F04E-8996-09A794B029EA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2;g3dd6299f58b_0_111">
              <a:extLst>
                <a:ext uri="{FF2B5EF4-FFF2-40B4-BE49-F238E27FC236}">
                  <a16:creationId xmlns:a16="http://schemas.microsoft.com/office/drawing/2014/main" id="{35BBC497-9C18-5BB1-021F-4E5938BEBB59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3;g3dd6299f58b_0_111">
              <a:extLst>
                <a:ext uri="{FF2B5EF4-FFF2-40B4-BE49-F238E27FC236}">
                  <a16:creationId xmlns:a16="http://schemas.microsoft.com/office/drawing/2014/main" id="{FF86F55B-3243-D312-1BBB-A034ED346984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4;g3dd6299f58b_0_111">
              <a:extLst>
                <a:ext uri="{FF2B5EF4-FFF2-40B4-BE49-F238E27FC236}">
                  <a16:creationId xmlns:a16="http://schemas.microsoft.com/office/drawing/2014/main" id="{3FA9871B-10E6-1AD1-4531-A7229FA56BEC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5;g3dd6299f58b_0_111">
              <a:extLst>
                <a:ext uri="{FF2B5EF4-FFF2-40B4-BE49-F238E27FC236}">
                  <a16:creationId xmlns:a16="http://schemas.microsoft.com/office/drawing/2014/main" id="{550ADCD6-16B8-1DE8-6E8D-867C3D4072BA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6;g3dd6299f58b_0_111">
              <a:extLst>
                <a:ext uri="{FF2B5EF4-FFF2-40B4-BE49-F238E27FC236}">
                  <a16:creationId xmlns:a16="http://schemas.microsoft.com/office/drawing/2014/main" id="{F65B5481-25F4-9AA5-F40B-760562F35B3B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7;g3dd6299f58b_0_111">
              <a:extLst>
                <a:ext uri="{FF2B5EF4-FFF2-40B4-BE49-F238E27FC236}">
                  <a16:creationId xmlns:a16="http://schemas.microsoft.com/office/drawing/2014/main" id="{96839C27-5740-0A23-082B-99865F5826E6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8;g3dd6299f58b_0_111">
              <a:extLst>
                <a:ext uri="{FF2B5EF4-FFF2-40B4-BE49-F238E27FC236}">
                  <a16:creationId xmlns:a16="http://schemas.microsoft.com/office/drawing/2014/main" id="{3B07D6AA-9DCB-1131-31CC-5EC561239625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9;g3dd6299f58b_0_111">
              <a:extLst>
                <a:ext uri="{FF2B5EF4-FFF2-40B4-BE49-F238E27FC236}">
                  <a16:creationId xmlns:a16="http://schemas.microsoft.com/office/drawing/2014/main" id="{3C8D6AA2-7262-D097-AA80-7CB720FC139D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0;g3dd6299f58b_0_111">
              <a:extLst>
                <a:ext uri="{FF2B5EF4-FFF2-40B4-BE49-F238E27FC236}">
                  <a16:creationId xmlns:a16="http://schemas.microsoft.com/office/drawing/2014/main" id="{5976B43B-6248-4B8C-011F-57463599952B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1;g3dd6299f58b_0_111">
              <a:extLst>
                <a:ext uri="{FF2B5EF4-FFF2-40B4-BE49-F238E27FC236}">
                  <a16:creationId xmlns:a16="http://schemas.microsoft.com/office/drawing/2014/main" id="{DA880DF3-8824-CE6F-00C7-C04ADF34C773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2;g3dd6299f58b_0_111">
              <a:extLst>
                <a:ext uri="{FF2B5EF4-FFF2-40B4-BE49-F238E27FC236}">
                  <a16:creationId xmlns:a16="http://schemas.microsoft.com/office/drawing/2014/main" id="{BA2A36BA-E333-89CC-97B6-F6C53ED35BEB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3;g3dd6299f58b_0_111">
              <a:extLst>
                <a:ext uri="{FF2B5EF4-FFF2-40B4-BE49-F238E27FC236}">
                  <a16:creationId xmlns:a16="http://schemas.microsoft.com/office/drawing/2014/main" id="{39864997-622D-D74D-8EF8-692A86C38473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4;g3dd6299f58b_0_111">
              <a:extLst>
                <a:ext uri="{FF2B5EF4-FFF2-40B4-BE49-F238E27FC236}">
                  <a16:creationId xmlns:a16="http://schemas.microsoft.com/office/drawing/2014/main" id="{6F264276-0F4F-D359-DFC8-04FA82DB789C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5;g3dd6299f58b_0_111">
              <a:extLst>
                <a:ext uri="{FF2B5EF4-FFF2-40B4-BE49-F238E27FC236}">
                  <a16:creationId xmlns:a16="http://schemas.microsoft.com/office/drawing/2014/main" id="{88913706-0D52-85EC-08D1-23A14B284C8E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6;g3dd6299f58b_0_111">
              <a:extLst>
                <a:ext uri="{FF2B5EF4-FFF2-40B4-BE49-F238E27FC236}">
                  <a16:creationId xmlns:a16="http://schemas.microsoft.com/office/drawing/2014/main" id="{76ABD01C-8632-AB82-6DF8-26027AB0E944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7;g3dd6299f58b_0_111">
              <a:extLst>
                <a:ext uri="{FF2B5EF4-FFF2-40B4-BE49-F238E27FC236}">
                  <a16:creationId xmlns:a16="http://schemas.microsoft.com/office/drawing/2014/main" id="{7607FAF2-24BB-63EB-44DF-6E5629CDD504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8;g3dd6299f58b_0_111">
              <a:extLst>
                <a:ext uri="{FF2B5EF4-FFF2-40B4-BE49-F238E27FC236}">
                  <a16:creationId xmlns:a16="http://schemas.microsoft.com/office/drawing/2014/main" id="{D74F066A-7F75-5028-91B5-27E861478AF1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9;g3dd6299f58b_0_111">
              <a:extLst>
                <a:ext uri="{FF2B5EF4-FFF2-40B4-BE49-F238E27FC236}">
                  <a16:creationId xmlns:a16="http://schemas.microsoft.com/office/drawing/2014/main" id="{2AA76B44-3A46-4D40-BF93-CFD053BE33BF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0;g3dd6299f58b_0_111">
              <a:extLst>
                <a:ext uri="{FF2B5EF4-FFF2-40B4-BE49-F238E27FC236}">
                  <a16:creationId xmlns:a16="http://schemas.microsoft.com/office/drawing/2014/main" id="{6C17D727-A5E2-CEA3-2FD7-1ADE51B4AF4F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1;g3dd6299f58b_0_111">
              <a:extLst>
                <a:ext uri="{FF2B5EF4-FFF2-40B4-BE49-F238E27FC236}">
                  <a16:creationId xmlns:a16="http://schemas.microsoft.com/office/drawing/2014/main" id="{6BF6FC28-602D-9C38-45F6-D2CFAF05401F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2;g3dd6299f58b_0_111">
              <a:extLst>
                <a:ext uri="{FF2B5EF4-FFF2-40B4-BE49-F238E27FC236}">
                  <a16:creationId xmlns:a16="http://schemas.microsoft.com/office/drawing/2014/main" id="{D83056D9-5FF2-E12F-1B12-AB45162181D2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3;g3dd6299f58b_0_111">
              <a:extLst>
                <a:ext uri="{FF2B5EF4-FFF2-40B4-BE49-F238E27FC236}">
                  <a16:creationId xmlns:a16="http://schemas.microsoft.com/office/drawing/2014/main" id="{C7806ACF-07EF-4E82-2FF0-E1F534B74772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4;g3dd6299f58b_0_111">
              <a:extLst>
                <a:ext uri="{FF2B5EF4-FFF2-40B4-BE49-F238E27FC236}">
                  <a16:creationId xmlns:a16="http://schemas.microsoft.com/office/drawing/2014/main" id="{F1BDE146-F895-D76B-B21A-C56224645BE3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5;g3dd6299f58b_0_111">
              <a:extLst>
                <a:ext uri="{FF2B5EF4-FFF2-40B4-BE49-F238E27FC236}">
                  <a16:creationId xmlns:a16="http://schemas.microsoft.com/office/drawing/2014/main" id="{8E9EF4C1-99B8-9D43-31BF-BA8AB04B6863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6;g3dd6299f58b_0_111">
              <a:extLst>
                <a:ext uri="{FF2B5EF4-FFF2-40B4-BE49-F238E27FC236}">
                  <a16:creationId xmlns:a16="http://schemas.microsoft.com/office/drawing/2014/main" id="{9D3C1290-2F12-7CA0-EC95-976137831EBF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7;g3dd6299f58b_0_111">
              <a:extLst>
                <a:ext uri="{FF2B5EF4-FFF2-40B4-BE49-F238E27FC236}">
                  <a16:creationId xmlns:a16="http://schemas.microsoft.com/office/drawing/2014/main" id="{31780E39-D119-4504-C55C-4879E8AFCF01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8;g3dd6299f58b_0_111">
              <a:extLst>
                <a:ext uri="{FF2B5EF4-FFF2-40B4-BE49-F238E27FC236}">
                  <a16:creationId xmlns:a16="http://schemas.microsoft.com/office/drawing/2014/main" id="{CF45AF5F-6711-5B73-7C6A-8BC0A93C4609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9;g3dd6299f58b_0_111">
              <a:extLst>
                <a:ext uri="{FF2B5EF4-FFF2-40B4-BE49-F238E27FC236}">
                  <a16:creationId xmlns:a16="http://schemas.microsoft.com/office/drawing/2014/main" id="{9E40380A-4C7E-C23F-D4DE-EC00BFF27E5D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60;g3dd6299f58b_0_111">
              <a:extLst>
                <a:ext uri="{FF2B5EF4-FFF2-40B4-BE49-F238E27FC236}">
                  <a16:creationId xmlns:a16="http://schemas.microsoft.com/office/drawing/2014/main" id="{7A2B74AE-FAAC-DF4F-0C97-AC810D8667E5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61;g3dd6299f58b_0_111">
              <a:extLst>
                <a:ext uri="{FF2B5EF4-FFF2-40B4-BE49-F238E27FC236}">
                  <a16:creationId xmlns:a16="http://schemas.microsoft.com/office/drawing/2014/main" id="{F4592878-51EE-415D-1007-39A63AAFFF04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62;g3dd6299f58b_0_111">
              <a:extLst>
                <a:ext uri="{FF2B5EF4-FFF2-40B4-BE49-F238E27FC236}">
                  <a16:creationId xmlns:a16="http://schemas.microsoft.com/office/drawing/2014/main" id="{22AD11D6-0CBC-1D94-8ED1-29EFA5BB8FA3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AGENTIC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05. Algorithm Development: 7-Step Reasoning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1591056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1: Perceive Order: </a:t>
            </a:r>
            <a:r>
              <a:rPr sz="1150" b="0">
                <a:solidFill>
                  <a:srgbClr val="64748B"/>
                </a:solidFill>
              </a:rPr>
              <a:t>Parse target product, batch qty, and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03704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2286000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9514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2: Retrieve BOM: </a:t>
            </a:r>
            <a:r>
              <a:rPr sz="1150" b="0">
                <a:solidFill>
                  <a:srgbClr val="64748B"/>
                </a:solidFill>
              </a:rPr>
              <a:t>Query SQLite for component ratios &amp; unit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98648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1560" y="2980944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90088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3: Audit Warehouse: </a:t>
            </a:r>
            <a:r>
              <a:rPr sz="1150" b="0">
                <a:solidFill>
                  <a:srgbClr val="64748B"/>
                </a:solidFill>
              </a:rPr>
              <a:t>Fetch storage bay stock &amp; lock safety buffers.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93592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3675888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8503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4: Gross Requirements: </a:t>
            </a:r>
            <a:r>
              <a:rPr sz="1150" b="0">
                <a:solidFill>
                  <a:srgbClr val="64748B"/>
                </a:solidFill>
              </a:rPr>
              <a:t>Multiply batch size by BOM unit proportions.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88536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1560" y="4370832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379976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5: Detect Shortages: </a:t>
            </a:r>
            <a:r>
              <a:rPr sz="1150" b="0">
                <a:solidFill>
                  <a:srgbClr val="64748B"/>
                </a:solidFill>
              </a:rPr>
              <a:t>Evaluate Usable Stock vs. Gross Requirements.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83480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5065776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74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6: Plan Procurement: </a:t>
            </a:r>
            <a:r>
              <a:rPr sz="1150" b="0">
                <a:solidFill>
                  <a:srgbClr val="64748B"/>
                </a:solidFill>
              </a:rPr>
              <a:t>Batch orders by supplier and estimate costs.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678424"/>
            <a:ext cx="1036289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1560" y="5760720"/>
            <a:ext cx="457200" cy="45720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76986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293B"/>
                </a:solidFill>
              </a:defRPr>
            </a:pPr>
            <a:r>
              <a:t>Step 7: Executive Synthesis: </a:t>
            </a:r>
            <a:r>
              <a:rPr sz="1150" b="0">
                <a:solidFill>
                  <a:srgbClr val="64748B"/>
                </a:solidFill>
              </a:rPr>
              <a:t>Generate narrative report &amp; auditable log.</a:t>
            </a:r>
          </a:p>
        </p:txBody>
      </p:sp>
      <p:grpSp>
        <p:nvGrpSpPr>
          <p:cNvPr id="30" name="Google Shape;289;g3dd6299f58b_0_111">
            <a:extLst>
              <a:ext uri="{FF2B5EF4-FFF2-40B4-BE49-F238E27FC236}">
                <a16:creationId xmlns:a16="http://schemas.microsoft.com/office/drawing/2014/main" id="{B3CCD7F0-D04A-5E9B-1539-01C2C9E43D17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31" name="Google Shape;290;g3dd6299f58b_0_111">
              <a:extLst>
                <a:ext uri="{FF2B5EF4-FFF2-40B4-BE49-F238E27FC236}">
                  <a16:creationId xmlns:a16="http://schemas.microsoft.com/office/drawing/2014/main" id="{11F20D26-65BA-60B2-DFC2-BAFB0697347E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2" name="Google Shape;291;g3dd6299f58b_0_111">
              <a:extLst>
                <a:ext uri="{FF2B5EF4-FFF2-40B4-BE49-F238E27FC236}">
                  <a16:creationId xmlns:a16="http://schemas.microsoft.com/office/drawing/2014/main" id="{CF59F31C-8497-DCE4-D1F6-D452DCB9879E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33" name="Google Shape;292;g3dd6299f58b_0_111">
                <a:extLst>
                  <a:ext uri="{FF2B5EF4-FFF2-40B4-BE49-F238E27FC236}">
                    <a16:creationId xmlns:a16="http://schemas.microsoft.com/office/drawing/2014/main" id="{4FB11A2D-3231-530A-7C2B-C15FC61A3963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293;g3dd6299f58b_0_111">
                <a:extLst>
                  <a:ext uri="{FF2B5EF4-FFF2-40B4-BE49-F238E27FC236}">
                    <a16:creationId xmlns:a16="http://schemas.microsoft.com/office/drawing/2014/main" id="{502F31FA-F1E6-4461-C3EB-E45C212939AE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294;g3dd6299f58b_0_111">
                <a:extLst>
                  <a:ext uri="{FF2B5EF4-FFF2-40B4-BE49-F238E27FC236}">
                    <a16:creationId xmlns:a16="http://schemas.microsoft.com/office/drawing/2014/main" id="{F3E2BF9C-223F-8C2C-6AF8-B2DF368452A2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295;g3dd6299f58b_0_111">
                <a:extLst>
                  <a:ext uri="{FF2B5EF4-FFF2-40B4-BE49-F238E27FC236}">
                    <a16:creationId xmlns:a16="http://schemas.microsoft.com/office/drawing/2014/main" id="{AF976041-9021-D8EC-93B7-30A232AF586B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296;g3dd6299f58b_0_111">
                <a:extLst>
                  <a:ext uri="{FF2B5EF4-FFF2-40B4-BE49-F238E27FC236}">
                    <a16:creationId xmlns:a16="http://schemas.microsoft.com/office/drawing/2014/main" id="{23F66CAF-565A-2A7E-67BD-E11BAB5ACFEC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297;g3dd6299f58b_0_111">
                <a:extLst>
                  <a:ext uri="{FF2B5EF4-FFF2-40B4-BE49-F238E27FC236}">
                    <a16:creationId xmlns:a16="http://schemas.microsoft.com/office/drawing/2014/main" id="{2517DF1F-A459-9824-B09F-97A058941CDE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298;g3dd6299f58b_0_111">
                <a:extLst>
                  <a:ext uri="{FF2B5EF4-FFF2-40B4-BE49-F238E27FC236}">
                    <a16:creationId xmlns:a16="http://schemas.microsoft.com/office/drawing/2014/main" id="{A43E325F-C3F5-FB25-6F00-A382CF6C3886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299;g3dd6299f58b_0_111">
                <a:extLst>
                  <a:ext uri="{FF2B5EF4-FFF2-40B4-BE49-F238E27FC236}">
                    <a16:creationId xmlns:a16="http://schemas.microsoft.com/office/drawing/2014/main" id="{94888B70-6E67-9BCF-0F6B-6D14FFE11BFA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00;g3dd6299f58b_0_111">
                <a:extLst>
                  <a:ext uri="{FF2B5EF4-FFF2-40B4-BE49-F238E27FC236}">
                    <a16:creationId xmlns:a16="http://schemas.microsoft.com/office/drawing/2014/main" id="{A000E83C-EA78-4B7B-3446-8F8BAD97844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01;g3dd6299f58b_0_111">
                <a:extLst>
                  <a:ext uri="{FF2B5EF4-FFF2-40B4-BE49-F238E27FC236}">
                    <a16:creationId xmlns:a16="http://schemas.microsoft.com/office/drawing/2014/main" id="{CDD5FCFC-1459-62C2-E817-F21EDAB639C2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02;g3dd6299f58b_0_111">
                <a:extLst>
                  <a:ext uri="{FF2B5EF4-FFF2-40B4-BE49-F238E27FC236}">
                    <a16:creationId xmlns:a16="http://schemas.microsoft.com/office/drawing/2014/main" id="{0F4A1DC4-DB53-2EC9-04A8-1FCC9CDFAF09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03;g3dd6299f58b_0_111">
                <a:extLst>
                  <a:ext uri="{FF2B5EF4-FFF2-40B4-BE49-F238E27FC236}">
                    <a16:creationId xmlns:a16="http://schemas.microsoft.com/office/drawing/2014/main" id="{49398394-9EB1-4122-7958-5D813E206DB0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04;g3dd6299f58b_0_111">
                <a:extLst>
                  <a:ext uri="{FF2B5EF4-FFF2-40B4-BE49-F238E27FC236}">
                    <a16:creationId xmlns:a16="http://schemas.microsoft.com/office/drawing/2014/main" id="{BE388557-0969-F720-7FE1-4B4DDF96A857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05;g3dd6299f58b_0_111">
                <a:extLst>
                  <a:ext uri="{FF2B5EF4-FFF2-40B4-BE49-F238E27FC236}">
                    <a16:creationId xmlns:a16="http://schemas.microsoft.com/office/drawing/2014/main" id="{6EF10B42-50EA-D10F-3EFF-BAEEC7130F43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06;g3dd6299f58b_0_111">
                <a:extLst>
                  <a:ext uri="{FF2B5EF4-FFF2-40B4-BE49-F238E27FC236}">
                    <a16:creationId xmlns:a16="http://schemas.microsoft.com/office/drawing/2014/main" id="{6D83E135-F427-08B1-AE0A-D3887E26C9B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07;g3dd6299f58b_0_111">
                <a:extLst>
                  <a:ext uri="{FF2B5EF4-FFF2-40B4-BE49-F238E27FC236}">
                    <a16:creationId xmlns:a16="http://schemas.microsoft.com/office/drawing/2014/main" id="{17F5E446-0DB5-9E0D-F37C-019AEA0091B6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08;g3dd6299f58b_0_111">
                <a:extLst>
                  <a:ext uri="{FF2B5EF4-FFF2-40B4-BE49-F238E27FC236}">
                    <a16:creationId xmlns:a16="http://schemas.microsoft.com/office/drawing/2014/main" id="{DE257FC1-0A14-F8FA-1867-FC03C44CA18F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09;g3dd6299f58b_0_111">
                <a:extLst>
                  <a:ext uri="{FF2B5EF4-FFF2-40B4-BE49-F238E27FC236}">
                    <a16:creationId xmlns:a16="http://schemas.microsoft.com/office/drawing/2014/main" id="{84F8F41F-0974-84E0-6BB4-BC5B930AEB43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10;g3dd6299f58b_0_111">
                <a:extLst>
                  <a:ext uri="{FF2B5EF4-FFF2-40B4-BE49-F238E27FC236}">
                    <a16:creationId xmlns:a16="http://schemas.microsoft.com/office/drawing/2014/main" id="{C581569F-1AB6-57EC-D816-27FDAF6BD66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11;g3dd6299f58b_0_111">
                <a:extLst>
                  <a:ext uri="{FF2B5EF4-FFF2-40B4-BE49-F238E27FC236}">
                    <a16:creationId xmlns:a16="http://schemas.microsoft.com/office/drawing/2014/main" id="{FBF8CDFE-607B-EB8E-1163-F7E6245EFDD2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12;g3dd6299f58b_0_111">
                <a:extLst>
                  <a:ext uri="{FF2B5EF4-FFF2-40B4-BE49-F238E27FC236}">
                    <a16:creationId xmlns:a16="http://schemas.microsoft.com/office/drawing/2014/main" id="{77CB71F5-1E80-AFF5-C597-853D9E0F4A5E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13;g3dd6299f58b_0_111">
                <a:extLst>
                  <a:ext uri="{FF2B5EF4-FFF2-40B4-BE49-F238E27FC236}">
                    <a16:creationId xmlns:a16="http://schemas.microsoft.com/office/drawing/2014/main" id="{128C3F5C-64E7-E596-1725-7A95AEEE3668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5" name="Google Shape;314;g3dd6299f58b_0_111">
                <a:extLst>
                  <a:ext uri="{FF2B5EF4-FFF2-40B4-BE49-F238E27FC236}">
                    <a16:creationId xmlns:a16="http://schemas.microsoft.com/office/drawing/2014/main" id="{692CAA3C-7CA3-3290-0FC1-745B4219B037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" name="Google Shape;315;g3dd6299f58b_0_111">
                <a:extLst>
                  <a:ext uri="{FF2B5EF4-FFF2-40B4-BE49-F238E27FC236}">
                    <a16:creationId xmlns:a16="http://schemas.microsoft.com/office/drawing/2014/main" id="{47CF671D-659B-DA73-BE0A-76343AF569F5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" name="Google Shape;316;g3dd6299f58b_0_111">
                <a:extLst>
                  <a:ext uri="{FF2B5EF4-FFF2-40B4-BE49-F238E27FC236}">
                    <a16:creationId xmlns:a16="http://schemas.microsoft.com/office/drawing/2014/main" id="{B311D9AB-E131-DA75-4C3D-E9B7F100348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" name="Google Shape;317;g3dd6299f58b_0_111">
                <a:extLst>
                  <a:ext uri="{FF2B5EF4-FFF2-40B4-BE49-F238E27FC236}">
                    <a16:creationId xmlns:a16="http://schemas.microsoft.com/office/drawing/2014/main" id="{D9A36698-E398-44B1-C5EB-95D1C31D1D6C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" name="Google Shape;318;g3dd6299f58b_0_111">
                <a:extLst>
                  <a:ext uri="{FF2B5EF4-FFF2-40B4-BE49-F238E27FC236}">
                    <a16:creationId xmlns:a16="http://schemas.microsoft.com/office/drawing/2014/main" id="{102B8A96-EF8E-66BC-1618-DF45219FFD3F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" name="Google Shape;319;g3dd6299f58b_0_111">
                <a:extLst>
                  <a:ext uri="{FF2B5EF4-FFF2-40B4-BE49-F238E27FC236}">
                    <a16:creationId xmlns:a16="http://schemas.microsoft.com/office/drawing/2014/main" id="{42A9E1E6-3F3B-27C0-3CE2-5D5BF3705F5C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" name="Google Shape;320;g3dd6299f58b_0_111">
                <a:extLst>
                  <a:ext uri="{FF2B5EF4-FFF2-40B4-BE49-F238E27FC236}">
                    <a16:creationId xmlns:a16="http://schemas.microsoft.com/office/drawing/2014/main" id="{AC4B6CF9-7C47-EDFC-1BCD-46ADE1F249AD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" name="Google Shape;321;g3dd6299f58b_0_111">
                <a:extLst>
                  <a:ext uri="{FF2B5EF4-FFF2-40B4-BE49-F238E27FC236}">
                    <a16:creationId xmlns:a16="http://schemas.microsoft.com/office/drawing/2014/main" id="{EA869426-A357-6DC6-8701-EC6E0309FA40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" name="Google Shape;322;g3dd6299f58b_0_111">
                <a:extLst>
                  <a:ext uri="{FF2B5EF4-FFF2-40B4-BE49-F238E27FC236}">
                    <a16:creationId xmlns:a16="http://schemas.microsoft.com/office/drawing/2014/main" id="{D1C79AF8-0454-1BFF-9881-02888C5C69EE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" name="Google Shape;323;g3dd6299f58b_0_111">
                <a:extLst>
                  <a:ext uri="{FF2B5EF4-FFF2-40B4-BE49-F238E27FC236}">
                    <a16:creationId xmlns:a16="http://schemas.microsoft.com/office/drawing/2014/main" id="{9E5CA20F-8B4F-E5DD-D3ED-0412263AB6F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" name="Google Shape;324;g3dd6299f58b_0_111">
                <a:extLst>
                  <a:ext uri="{FF2B5EF4-FFF2-40B4-BE49-F238E27FC236}">
                    <a16:creationId xmlns:a16="http://schemas.microsoft.com/office/drawing/2014/main" id="{FAFA6589-0982-B5CF-9E85-4B7916CB2C83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" name="Google Shape;325;g3dd6299f58b_0_111">
                <a:extLst>
                  <a:ext uri="{FF2B5EF4-FFF2-40B4-BE49-F238E27FC236}">
                    <a16:creationId xmlns:a16="http://schemas.microsoft.com/office/drawing/2014/main" id="{DA6FF2C2-E942-2F31-B68E-5418B714332C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" name="Google Shape;326;g3dd6299f58b_0_111">
                <a:extLst>
                  <a:ext uri="{FF2B5EF4-FFF2-40B4-BE49-F238E27FC236}">
                    <a16:creationId xmlns:a16="http://schemas.microsoft.com/office/drawing/2014/main" id="{A7104BCA-BCB9-F9D0-46C6-C07A4121C92A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8" name="Google Shape;327;g3dd6299f58b_0_111">
            <a:extLst>
              <a:ext uri="{FF2B5EF4-FFF2-40B4-BE49-F238E27FC236}">
                <a16:creationId xmlns:a16="http://schemas.microsoft.com/office/drawing/2014/main" id="{00CAE09E-A3E3-8BA1-7A6D-4DC875376331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9" name="Google Shape;328;g3dd6299f58b_0_111">
              <a:extLst>
                <a:ext uri="{FF2B5EF4-FFF2-40B4-BE49-F238E27FC236}">
                  <a16:creationId xmlns:a16="http://schemas.microsoft.com/office/drawing/2014/main" id="{F37A83E6-803A-1C73-685F-C3EE80EFC72C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29;g3dd6299f58b_0_111">
              <a:extLst>
                <a:ext uri="{FF2B5EF4-FFF2-40B4-BE49-F238E27FC236}">
                  <a16:creationId xmlns:a16="http://schemas.microsoft.com/office/drawing/2014/main" id="{A2164F46-587E-223F-5B5A-3CCFA0CBB949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30;g3dd6299f58b_0_111">
              <a:extLst>
                <a:ext uri="{FF2B5EF4-FFF2-40B4-BE49-F238E27FC236}">
                  <a16:creationId xmlns:a16="http://schemas.microsoft.com/office/drawing/2014/main" id="{F1A40E48-719F-5BC7-7892-F890F8AA810E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31;g3dd6299f58b_0_111">
              <a:extLst>
                <a:ext uri="{FF2B5EF4-FFF2-40B4-BE49-F238E27FC236}">
                  <a16:creationId xmlns:a16="http://schemas.microsoft.com/office/drawing/2014/main" id="{B31FA62C-2F12-5A2A-27AE-977552C49FEF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32;g3dd6299f58b_0_111">
              <a:extLst>
                <a:ext uri="{FF2B5EF4-FFF2-40B4-BE49-F238E27FC236}">
                  <a16:creationId xmlns:a16="http://schemas.microsoft.com/office/drawing/2014/main" id="{FA6827EE-C420-928D-CEDB-DEB952FA78C7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33;g3dd6299f58b_0_111">
              <a:extLst>
                <a:ext uri="{FF2B5EF4-FFF2-40B4-BE49-F238E27FC236}">
                  <a16:creationId xmlns:a16="http://schemas.microsoft.com/office/drawing/2014/main" id="{93F6C057-14FA-DEDB-E0F6-5B083D130557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34;g3dd6299f58b_0_111">
              <a:extLst>
                <a:ext uri="{FF2B5EF4-FFF2-40B4-BE49-F238E27FC236}">
                  <a16:creationId xmlns:a16="http://schemas.microsoft.com/office/drawing/2014/main" id="{FEC4E5E7-FE10-AE78-68D1-AE7FD2EA9624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35;g3dd6299f58b_0_111">
              <a:extLst>
                <a:ext uri="{FF2B5EF4-FFF2-40B4-BE49-F238E27FC236}">
                  <a16:creationId xmlns:a16="http://schemas.microsoft.com/office/drawing/2014/main" id="{61C4CC11-FA8B-C5C9-20C9-7CEC42B98C20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36;g3dd6299f58b_0_111">
              <a:extLst>
                <a:ext uri="{FF2B5EF4-FFF2-40B4-BE49-F238E27FC236}">
                  <a16:creationId xmlns:a16="http://schemas.microsoft.com/office/drawing/2014/main" id="{61972DC2-F003-AAEC-5728-C6E082ED35ED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37;g3dd6299f58b_0_111">
              <a:extLst>
                <a:ext uri="{FF2B5EF4-FFF2-40B4-BE49-F238E27FC236}">
                  <a16:creationId xmlns:a16="http://schemas.microsoft.com/office/drawing/2014/main" id="{CC5AA94D-25F3-4764-D68A-D9EE69FCCBA9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38;g3dd6299f58b_0_111">
              <a:extLst>
                <a:ext uri="{FF2B5EF4-FFF2-40B4-BE49-F238E27FC236}">
                  <a16:creationId xmlns:a16="http://schemas.microsoft.com/office/drawing/2014/main" id="{B0FEA471-8818-3FB8-9351-61A52FA5CD90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39;g3dd6299f58b_0_111">
              <a:extLst>
                <a:ext uri="{FF2B5EF4-FFF2-40B4-BE49-F238E27FC236}">
                  <a16:creationId xmlns:a16="http://schemas.microsoft.com/office/drawing/2014/main" id="{94C2FDDB-1171-BA50-FF02-81E8FD453012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40;g3dd6299f58b_0_111">
              <a:extLst>
                <a:ext uri="{FF2B5EF4-FFF2-40B4-BE49-F238E27FC236}">
                  <a16:creationId xmlns:a16="http://schemas.microsoft.com/office/drawing/2014/main" id="{F3ED33AF-8D88-9FD6-F392-FA95C77B8C6F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41;g3dd6299f58b_0_111">
              <a:extLst>
                <a:ext uri="{FF2B5EF4-FFF2-40B4-BE49-F238E27FC236}">
                  <a16:creationId xmlns:a16="http://schemas.microsoft.com/office/drawing/2014/main" id="{007554E3-D870-92C8-B186-8CDB2FEB99C5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42;g3dd6299f58b_0_111">
              <a:extLst>
                <a:ext uri="{FF2B5EF4-FFF2-40B4-BE49-F238E27FC236}">
                  <a16:creationId xmlns:a16="http://schemas.microsoft.com/office/drawing/2014/main" id="{4D21DE85-D71D-90FF-3EDA-4CD5AD584927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43;g3dd6299f58b_0_111">
              <a:extLst>
                <a:ext uri="{FF2B5EF4-FFF2-40B4-BE49-F238E27FC236}">
                  <a16:creationId xmlns:a16="http://schemas.microsoft.com/office/drawing/2014/main" id="{70CC0209-3C98-FB3B-49B0-FDC7FEC2CF7D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44;g3dd6299f58b_0_111">
              <a:extLst>
                <a:ext uri="{FF2B5EF4-FFF2-40B4-BE49-F238E27FC236}">
                  <a16:creationId xmlns:a16="http://schemas.microsoft.com/office/drawing/2014/main" id="{145AA151-41C5-319F-BC73-E345C6FA38B9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45;g3dd6299f58b_0_111">
              <a:extLst>
                <a:ext uri="{FF2B5EF4-FFF2-40B4-BE49-F238E27FC236}">
                  <a16:creationId xmlns:a16="http://schemas.microsoft.com/office/drawing/2014/main" id="{EC983CC6-FE3D-2F7C-40D1-4AB3FC3D83F0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46;g3dd6299f58b_0_111">
              <a:extLst>
                <a:ext uri="{FF2B5EF4-FFF2-40B4-BE49-F238E27FC236}">
                  <a16:creationId xmlns:a16="http://schemas.microsoft.com/office/drawing/2014/main" id="{00F3A4D4-0E66-14D5-49AE-EB077BE06139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47;g3dd6299f58b_0_111">
              <a:extLst>
                <a:ext uri="{FF2B5EF4-FFF2-40B4-BE49-F238E27FC236}">
                  <a16:creationId xmlns:a16="http://schemas.microsoft.com/office/drawing/2014/main" id="{0742EA28-D98A-D2DE-36CA-0D7108C12DAD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48;g3dd6299f58b_0_111">
              <a:extLst>
                <a:ext uri="{FF2B5EF4-FFF2-40B4-BE49-F238E27FC236}">
                  <a16:creationId xmlns:a16="http://schemas.microsoft.com/office/drawing/2014/main" id="{E37528CB-98CC-B6EB-28BF-863C216DEDBD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49;g3dd6299f58b_0_111">
              <a:extLst>
                <a:ext uri="{FF2B5EF4-FFF2-40B4-BE49-F238E27FC236}">
                  <a16:creationId xmlns:a16="http://schemas.microsoft.com/office/drawing/2014/main" id="{9BE9EE6A-6E37-3580-94AA-D90BE405F676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350;g3dd6299f58b_0_111">
              <a:extLst>
                <a:ext uri="{FF2B5EF4-FFF2-40B4-BE49-F238E27FC236}">
                  <a16:creationId xmlns:a16="http://schemas.microsoft.com/office/drawing/2014/main" id="{1DB2201F-BB1D-F8F4-3015-E4402BF4E2EB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351;g3dd6299f58b_0_111">
              <a:extLst>
                <a:ext uri="{FF2B5EF4-FFF2-40B4-BE49-F238E27FC236}">
                  <a16:creationId xmlns:a16="http://schemas.microsoft.com/office/drawing/2014/main" id="{81DA5B86-952D-A2F5-1D93-D0BC17155581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352;g3dd6299f58b_0_111">
              <a:extLst>
                <a:ext uri="{FF2B5EF4-FFF2-40B4-BE49-F238E27FC236}">
                  <a16:creationId xmlns:a16="http://schemas.microsoft.com/office/drawing/2014/main" id="{2F252E48-0DEA-E7AE-0F4E-D91D046CB8C3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353;g3dd6299f58b_0_111">
              <a:extLst>
                <a:ext uri="{FF2B5EF4-FFF2-40B4-BE49-F238E27FC236}">
                  <a16:creationId xmlns:a16="http://schemas.microsoft.com/office/drawing/2014/main" id="{36A75B65-C2DA-0BF8-8AC9-05C3FBFC84DF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354;g3dd6299f58b_0_111">
              <a:extLst>
                <a:ext uri="{FF2B5EF4-FFF2-40B4-BE49-F238E27FC236}">
                  <a16:creationId xmlns:a16="http://schemas.microsoft.com/office/drawing/2014/main" id="{9B561470-AF24-7AF2-63C3-D687C55825C7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355;g3dd6299f58b_0_111">
              <a:extLst>
                <a:ext uri="{FF2B5EF4-FFF2-40B4-BE49-F238E27FC236}">
                  <a16:creationId xmlns:a16="http://schemas.microsoft.com/office/drawing/2014/main" id="{40FA437C-8602-21DA-132A-14BBB6FD5A3A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356;g3dd6299f58b_0_111">
              <a:extLst>
                <a:ext uri="{FF2B5EF4-FFF2-40B4-BE49-F238E27FC236}">
                  <a16:creationId xmlns:a16="http://schemas.microsoft.com/office/drawing/2014/main" id="{F7205415-6B60-D41B-619B-CC034D29AEAD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357;g3dd6299f58b_0_111">
              <a:extLst>
                <a:ext uri="{FF2B5EF4-FFF2-40B4-BE49-F238E27FC236}">
                  <a16:creationId xmlns:a16="http://schemas.microsoft.com/office/drawing/2014/main" id="{959BF277-9BEB-4D30-64DF-0BC8E505224D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358;g3dd6299f58b_0_111">
              <a:extLst>
                <a:ext uri="{FF2B5EF4-FFF2-40B4-BE49-F238E27FC236}">
                  <a16:creationId xmlns:a16="http://schemas.microsoft.com/office/drawing/2014/main" id="{4D53AD2C-E695-F038-FBAB-1A47303F7AC5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359;g3dd6299f58b_0_111">
              <a:extLst>
                <a:ext uri="{FF2B5EF4-FFF2-40B4-BE49-F238E27FC236}">
                  <a16:creationId xmlns:a16="http://schemas.microsoft.com/office/drawing/2014/main" id="{D95D47C9-2488-7234-7C1E-D32F96E68612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360;g3dd6299f58b_0_111">
              <a:extLst>
                <a:ext uri="{FF2B5EF4-FFF2-40B4-BE49-F238E27FC236}">
                  <a16:creationId xmlns:a16="http://schemas.microsoft.com/office/drawing/2014/main" id="{A2A8A10C-588C-E9CF-4D06-7FD904066648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361;g3dd6299f58b_0_111">
              <a:extLst>
                <a:ext uri="{FF2B5EF4-FFF2-40B4-BE49-F238E27FC236}">
                  <a16:creationId xmlns:a16="http://schemas.microsoft.com/office/drawing/2014/main" id="{7BBF0DCE-E658-8282-770C-EF3AB08BB983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362;g3dd6299f58b_0_111">
              <a:extLst>
                <a:ext uri="{FF2B5EF4-FFF2-40B4-BE49-F238E27FC236}">
                  <a16:creationId xmlns:a16="http://schemas.microsoft.com/office/drawing/2014/main" id="{BD242F0C-1CC6-1CBC-806A-2AE424487BAA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06. Implementation: Full-Stack Tech Stack &amp; 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4297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Frontend Application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React 18, Vite 5 &amp; Tailwind CSS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Modular responsive dashboard with live KPIs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Interactive BOM explorer and warehouse stock editor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Recharts interactive bar and pie deficit charts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Printable executive procurement modal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297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Backend REST Services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Node.js &amp; Express API Server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High-throughput modular micro-endpoints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Direct integration with agent planning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CORS enabled with real-time JSON payload validation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Persistent history management for viva demo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4297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Database &amp; Persistence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SQLite (Native `node:sqlite`)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Zero external C++ build tools required (Python/gyp-free)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ACID-compliant relational schema (Products, BOM, Stock)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Foreign key constraints &amp; cascade protection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Fast local in-memory &amp; file-based query resolution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297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AI Reasoning Engine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</a:defRPr>
            </a:pPr>
            <a:r>
              <a:t>Dual-Agent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OpenAI GPT-4o-mini for natural-language synthesis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Autonomous Deterministic Agent for offline execution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100% viva resilience: zero crash on network loss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Enforces exact mathematical checks across LLM outputs</a:t>
            </a:r>
          </a:p>
        </p:txBody>
      </p:sp>
      <p:grpSp>
        <p:nvGrpSpPr>
          <p:cNvPr id="17" name="Google Shape;289;g3dd6299f58b_0_111">
            <a:extLst>
              <a:ext uri="{FF2B5EF4-FFF2-40B4-BE49-F238E27FC236}">
                <a16:creationId xmlns:a16="http://schemas.microsoft.com/office/drawing/2014/main" id="{B45B45B7-FF5A-422A-8700-07908C82B98B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8" name="Google Shape;290;g3dd6299f58b_0_111">
              <a:extLst>
                <a:ext uri="{FF2B5EF4-FFF2-40B4-BE49-F238E27FC236}">
                  <a16:creationId xmlns:a16="http://schemas.microsoft.com/office/drawing/2014/main" id="{2D929BC7-F894-6D55-77F2-C89192C46236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" name="Google Shape;291;g3dd6299f58b_0_111">
              <a:extLst>
                <a:ext uri="{FF2B5EF4-FFF2-40B4-BE49-F238E27FC236}">
                  <a16:creationId xmlns:a16="http://schemas.microsoft.com/office/drawing/2014/main" id="{B69B261D-9FC5-0D28-056D-4FF8A5C9D6DF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0" name="Google Shape;292;g3dd6299f58b_0_111">
                <a:extLst>
                  <a:ext uri="{FF2B5EF4-FFF2-40B4-BE49-F238E27FC236}">
                    <a16:creationId xmlns:a16="http://schemas.microsoft.com/office/drawing/2014/main" id="{4D45D5E2-4B52-F1D5-12B8-C948F493D34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3;g3dd6299f58b_0_111">
                <a:extLst>
                  <a:ext uri="{FF2B5EF4-FFF2-40B4-BE49-F238E27FC236}">
                    <a16:creationId xmlns:a16="http://schemas.microsoft.com/office/drawing/2014/main" id="{BB6FEAB6-CA57-7B03-68CD-83F747938D59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4;g3dd6299f58b_0_111">
                <a:extLst>
                  <a:ext uri="{FF2B5EF4-FFF2-40B4-BE49-F238E27FC236}">
                    <a16:creationId xmlns:a16="http://schemas.microsoft.com/office/drawing/2014/main" id="{FBF1EC0A-521E-6D24-171C-0CA48E257F57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5;g3dd6299f58b_0_111">
                <a:extLst>
                  <a:ext uri="{FF2B5EF4-FFF2-40B4-BE49-F238E27FC236}">
                    <a16:creationId xmlns:a16="http://schemas.microsoft.com/office/drawing/2014/main" id="{64B1579C-DAE8-237C-F678-53C6DE554AC7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6;g3dd6299f58b_0_111">
                <a:extLst>
                  <a:ext uri="{FF2B5EF4-FFF2-40B4-BE49-F238E27FC236}">
                    <a16:creationId xmlns:a16="http://schemas.microsoft.com/office/drawing/2014/main" id="{CCCCC0E9-A2B0-3412-79BA-6691FF43CC5E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7;g3dd6299f58b_0_111">
                <a:extLst>
                  <a:ext uri="{FF2B5EF4-FFF2-40B4-BE49-F238E27FC236}">
                    <a16:creationId xmlns:a16="http://schemas.microsoft.com/office/drawing/2014/main" id="{2F22DC1D-1707-D0AC-D55A-BAF279871A8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98;g3dd6299f58b_0_111">
                <a:extLst>
                  <a:ext uri="{FF2B5EF4-FFF2-40B4-BE49-F238E27FC236}">
                    <a16:creationId xmlns:a16="http://schemas.microsoft.com/office/drawing/2014/main" id="{0DB8A110-03E6-7BF7-B3B6-0519AE58A9E3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99;g3dd6299f58b_0_111">
                <a:extLst>
                  <a:ext uri="{FF2B5EF4-FFF2-40B4-BE49-F238E27FC236}">
                    <a16:creationId xmlns:a16="http://schemas.microsoft.com/office/drawing/2014/main" id="{8DDE513B-C25E-80EB-18D3-CE3D3A4D15CE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0;g3dd6299f58b_0_111">
                <a:extLst>
                  <a:ext uri="{FF2B5EF4-FFF2-40B4-BE49-F238E27FC236}">
                    <a16:creationId xmlns:a16="http://schemas.microsoft.com/office/drawing/2014/main" id="{5EAD61A7-C153-DEE3-963D-6CDC3E0FF3C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1;g3dd6299f58b_0_111">
                <a:extLst>
                  <a:ext uri="{FF2B5EF4-FFF2-40B4-BE49-F238E27FC236}">
                    <a16:creationId xmlns:a16="http://schemas.microsoft.com/office/drawing/2014/main" id="{D2CDD90B-7468-93CA-3052-6F50CE2134B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2;g3dd6299f58b_0_111">
                <a:extLst>
                  <a:ext uri="{FF2B5EF4-FFF2-40B4-BE49-F238E27FC236}">
                    <a16:creationId xmlns:a16="http://schemas.microsoft.com/office/drawing/2014/main" id="{DFEEED52-253B-4097-01DA-45C5D0DCAB9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3;g3dd6299f58b_0_111">
                <a:extLst>
                  <a:ext uri="{FF2B5EF4-FFF2-40B4-BE49-F238E27FC236}">
                    <a16:creationId xmlns:a16="http://schemas.microsoft.com/office/drawing/2014/main" id="{26CE2C83-5160-67D5-D4DD-EF637E9D30D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4;g3dd6299f58b_0_111">
                <a:extLst>
                  <a:ext uri="{FF2B5EF4-FFF2-40B4-BE49-F238E27FC236}">
                    <a16:creationId xmlns:a16="http://schemas.microsoft.com/office/drawing/2014/main" id="{E3210D06-5978-3FF3-2A44-2AD61F5A977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5;g3dd6299f58b_0_111">
                <a:extLst>
                  <a:ext uri="{FF2B5EF4-FFF2-40B4-BE49-F238E27FC236}">
                    <a16:creationId xmlns:a16="http://schemas.microsoft.com/office/drawing/2014/main" id="{020AEBDC-E78A-8B8E-1E5F-975AF5BAFE5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6;g3dd6299f58b_0_111">
                <a:extLst>
                  <a:ext uri="{FF2B5EF4-FFF2-40B4-BE49-F238E27FC236}">
                    <a16:creationId xmlns:a16="http://schemas.microsoft.com/office/drawing/2014/main" id="{BEFFC142-1AD4-2C9D-324A-2138AD8DDE32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7;g3dd6299f58b_0_111">
                <a:extLst>
                  <a:ext uri="{FF2B5EF4-FFF2-40B4-BE49-F238E27FC236}">
                    <a16:creationId xmlns:a16="http://schemas.microsoft.com/office/drawing/2014/main" id="{BFE6F812-61AB-70B9-560C-001D8F1F126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8;g3dd6299f58b_0_111">
                <a:extLst>
                  <a:ext uri="{FF2B5EF4-FFF2-40B4-BE49-F238E27FC236}">
                    <a16:creationId xmlns:a16="http://schemas.microsoft.com/office/drawing/2014/main" id="{CC003B55-2652-29CA-3417-FF302298395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9;g3dd6299f58b_0_111">
                <a:extLst>
                  <a:ext uri="{FF2B5EF4-FFF2-40B4-BE49-F238E27FC236}">
                    <a16:creationId xmlns:a16="http://schemas.microsoft.com/office/drawing/2014/main" id="{B9251640-64FF-84F8-B859-AD4929D1ED20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0;g3dd6299f58b_0_111">
                <a:extLst>
                  <a:ext uri="{FF2B5EF4-FFF2-40B4-BE49-F238E27FC236}">
                    <a16:creationId xmlns:a16="http://schemas.microsoft.com/office/drawing/2014/main" id="{D21A70BB-E085-B521-BCA0-C881B4C296B2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1;g3dd6299f58b_0_111">
                <a:extLst>
                  <a:ext uri="{FF2B5EF4-FFF2-40B4-BE49-F238E27FC236}">
                    <a16:creationId xmlns:a16="http://schemas.microsoft.com/office/drawing/2014/main" id="{725C7F0F-3002-1059-E20D-BEB0C8681ADB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2;g3dd6299f58b_0_111">
                <a:extLst>
                  <a:ext uri="{FF2B5EF4-FFF2-40B4-BE49-F238E27FC236}">
                    <a16:creationId xmlns:a16="http://schemas.microsoft.com/office/drawing/2014/main" id="{7777E589-F5F4-2BF2-4BC1-65638E73CAB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3;g3dd6299f58b_0_111">
                <a:extLst>
                  <a:ext uri="{FF2B5EF4-FFF2-40B4-BE49-F238E27FC236}">
                    <a16:creationId xmlns:a16="http://schemas.microsoft.com/office/drawing/2014/main" id="{864BB21D-7A5D-EDE0-4CB7-0E4E60192E9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4;g3dd6299f58b_0_111">
                <a:extLst>
                  <a:ext uri="{FF2B5EF4-FFF2-40B4-BE49-F238E27FC236}">
                    <a16:creationId xmlns:a16="http://schemas.microsoft.com/office/drawing/2014/main" id="{75F503EC-9E14-A5A0-F59D-1DD00F35716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5;g3dd6299f58b_0_111">
                <a:extLst>
                  <a:ext uri="{FF2B5EF4-FFF2-40B4-BE49-F238E27FC236}">
                    <a16:creationId xmlns:a16="http://schemas.microsoft.com/office/drawing/2014/main" id="{36D19941-6890-0D30-C32F-A08157E9CCE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6;g3dd6299f58b_0_111">
                <a:extLst>
                  <a:ext uri="{FF2B5EF4-FFF2-40B4-BE49-F238E27FC236}">
                    <a16:creationId xmlns:a16="http://schemas.microsoft.com/office/drawing/2014/main" id="{EA3857D0-913E-AE85-F6C7-BE2C94C30E1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7;g3dd6299f58b_0_111">
                <a:extLst>
                  <a:ext uri="{FF2B5EF4-FFF2-40B4-BE49-F238E27FC236}">
                    <a16:creationId xmlns:a16="http://schemas.microsoft.com/office/drawing/2014/main" id="{3E59681E-6B5E-3A35-6058-7DA52438064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8;g3dd6299f58b_0_111">
                <a:extLst>
                  <a:ext uri="{FF2B5EF4-FFF2-40B4-BE49-F238E27FC236}">
                    <a16:creationId xmlns:a16="http://schemas.microsoft.com/office/drawing/2014/main" id="{BD63D4D0-2CC4-F4F0-9C1B-5EF7305F55ED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9;g3dd6299f58b_0_111">
                <a:extLst>
                  <a:ext uri="{FF2B5EF4-FFF2-40B4-BE49-F238E27FC236}">
                    <a16:creationId xmlns:a16="http://schemas.microsoft.com/office/drawing/2014/main" id="{76ACA882-E733-9121-796B-DA8BC88E67A6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0;g3dd6299f58b_0_111">
                <a:extLst>
                  <a:ext uri="{FF2B5EF4-FFF2-40B4-BE49-F238E27FC236}">
                    <a16:creationId xmlns:a16="http://schemas.microsoft.com/office/drawing/2014/main" id="{B3FBD43C-7036-BDC9-D9AE-176428E80AB6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1;g3dd6299f58b_0_111">
                <a:extLst>
                  <a:ext uri="{FF2B5EF4-FFF2-40B4-BE49-F238E27FC236}">
                    <a16:creationId xmlns:a16="http://schemas.microsoft.com/office/drawing/2014/main" id="{3959AEC3-DBE7-9C31-BFF7-4F65785AC33C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2;g3dd6299f58b_0_111">
                <a:extLst>
                  <a:ext uri="{FF2B5EF4-FFF2-40B4-BE49-F238E27FC236}">
                    <a16:creationId xmlns:a16="http://schemas.microsoft.com/office/drawing/2014/main" id="{E5026400-AECA-44B1-7D61-1EE3AA4FC60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3;g3dd6299f58b_0_111">
                <a:extLst>
                  <a:ext uri="{FF2B5EF4-FFF2-40B4-BE49-F238E27FC236}">
                    <a16:creationId xmlns:a16="http://schemas.microsoft.com/office/drawing/2014/main" id="{F320CA66-73AD-B642-F85E-5533BA789373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4;g3dd6299f58b_0_111">
                <a:extLst>
                  <a:ext uri="{FF2B5EF4-FFF2-40B4-BE49-F238E27FC236}">
                    <a16:creationId xmlns:a16="http://schemas.microsoft.com/office/drawing/2014/main" id="{947C218A-49FC-B494-BB72-96213AACADE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25;g3dd6299f58b_0_111">
                <a:extLst>
                  <a:ext uri="{FF2B5EF4-FFF2-40B4-BE49-F238E27FC236}">
                    <a16:creationId xmlns:a16="http://schemas.microsoft.com/office/drawing/2014/main" id="{F1AEB8E9-D13A-D48B-8CF6-04AD19F9307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26;g3dd6299f58b_0_111">
                <a:extLst>
                  <a:ext uri="{FF2B5EF4-FFF2-40B4-BE49-F238E27FC236}">
                    <a16:creationId xmlns:a16="http://schemas.microsoft.com/office/drawing/2014/main" id="{C28F391F-E6C3-4D12-9AC5-D4E8C9EEC0C9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" name="Google Shape;327;g3dd6299f58b_0_111">
            <a:extLst>
              <a:ext uri="{FF2B5EF4-FFF2-40B4-BE49-F238E27FC236}">
                <a16:creationId xmlns:a16="http://schemas.microsoft.com/office/drawing/2014/main" id="{5B2832F4-236F-13C0-2124-21BBD329335D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6" name="Google Shape;328;g3dd6299f58b_0_111">
              <a:extLst>
                <a:ext uri="{FF2B5EF4-FFF2-40B4-BE49-F238E27FC236}">
                  <a16:creationId xmlns:a16="http://schemas.microsoft.com/office/drawing/2014/main" id="{2195DCC3-4AE1-960B-C0F8-F4D50D18BC14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29;g3dd6299f58b_0_111">
              <a:extLst>
                <a:ext uri="{FF2B5EF4-FFF2-40B4-BE49-F238E27FC236}">
                  <a16:creationId xmlns:a16="http://schemas.microsoft.com/office/drawing/2014/main" id="{D48A0A60-86A1-67F3-EC06-CDF9271CA5FC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0;g3dd6299f58b_0_111">
              <a:extLst>
                <a:ext uri="{FF2B5EF4-FFF2-40B4-BE49-F238E27FC236}">
                  <a16:creationId xmlns:a16="http://schemas.microsoft.com/office/drawing/2014/main" id="{8D2A6447-A96C-3AC9-8E5A-ED7E6DD29E8D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1;g3dd6299f58b_0_111">
              <a:extLst>
                <a:ext uri="{FF2B5EF4-FFF2-40B4-BE49-F238E27FC236}">
                  <a16:creationId xmlns:a16="http://schemas.microsoft.com/office/drawing/2014/main" id="{7D9205A6-2F68-2BD7-B1A7-44694C048293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2;g3dd6299f58b_0_111">
              <a:extLst>
                <a:ext uri="{FF2B5EF4-FFF2-40B4-BE49-F238E27FC236}">
                  <a16:creationId xmlns:a16="http://schemas.microsoft.com/office/drawing/2014/main" id="{BB74F378-CECE-0F68-CA2F-CA02A3B22065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3;g3dd6299f58b_0_111">
              <a:extLst>
                <a:ext uri="{FF2B5EF4-FFF2-40B4-BE49-F238E27FC236}">
                  <a16:creationId xmlns:a16="http://schemas.microsoft.com/office/drawing/2014/main" id="{6E0A3170-49F2-77CE-77A7-F8DB660C99D5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4;g3dd6299f58b_0_111">
              <a:extLst>
                <a:ext uri="{FF2B5EF4-FFF2-40B4-BE49-F238E27FC236}">
                  <a16:creationId xmlns:a16="http://schemas.microsoft.com/office/drawing/2014/main" id="{7AD5A73E-09D2-404D-A18F-C066F2D326DC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5;g3dd6299f58b_0_111">
              <a:extLst>
                <a:ext uri="{FF2B5EF4-FFF2-40B4-BE49-F238E27FC236}">
                  <a16:creationId xmlns:a16="http://schemas.microsoft.com/office/drawing/2014/main" id="{9CCB3E46-8B00-5B29-851C-04AE861C9A86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6;g3dd6299f58b_0_111">
              <a:extLst>
                <a:ext uri="{FF2B5EF4-FFF2-40B4-BE49-F238E27FC236}">
                  <a16:creationId xmlns:a16="http://schemas.microsoft.com/office/drawing/2014/main" id="{4BE20B91-65A5-2654-4C2B-181BC2AF519E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7;g3dd6299f58b_0_111">
              <a:extLst>
                <a:ext uri="{FF2B5EF4-FFF2-40B4-BE49-F238E27FC236}">
                  <a16:creationId xmlns:a16="http://schemas.microsoft.com/office/drawing/2014/main" id="{546ECD35-F17A-BF92-57E6-5077565B0444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8;g3dd6299f58b_0_111">
              <a:extLst>
                <a:ext uri="{FF2B5EF4-FFF2-40B4-BE49-F238E27FC236}">
                  <a16:creationId xmlns:a16="http://schemas.microsoft.com/office/drawing/2014/main" id="{47BCAB0E-04E6-2E18-F503-4374C5DC3FF5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9;g3dd6299f58b_0_111">
              <a:extLst>
                <a:ext uri="{FF2B5EF4-FFF2-40B4-BE49-F238E27FC236}">
                  <a16:creationId xmlns:a16="http://schemas.microsoft.com/office/drawing/2014/main" id="{19F1D767-A15F-C975-5591-B1DE48E9F125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0;g3dd6299f58b_0_111">
              <a:extLst>
                <a:ext uri="{FF2B5EF4-FFF2-40B4-BE49-F238E27FC236}">
                  <a16:creationId xmlns:a16="http://schemas.microsoft.com/office/drawing/2014/main" id="{477C1442-2270-BCBC-D78F-0C334E2CB870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1;g3dd6299f58b_0_111">
              <a:extLst>
                <a:ext uri="{FF2B5EF4-FFF2-40B4-BE49-F238E27FC236}">
                  <a16:creationId xmlns:a16="http://schemas.microsoft.com/office/drawing/2014/main" id="{58C9E6A9-539D-BD1F-1D9A-24336D727845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2;g3dd6299f58b_0_111">
              <a:extLst>
                <a:ext uri="{FF2B5EF4-FFF2-40B4-BE49-F238E27FC236}">
                  <a16:creationId xmlns:a16="http://schemas.microsoft.com/office/drawing/2014/main" id="{963BE37E-242D-6FA3-C1CD-57218F8C3DC2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3;g3dd6299f58b_0_111">
              <a:extLst>
                <a:ext uri="{FF2B5EF4-FFF2-40B4-BE49-F238E27FC236}">
                  <a16:creationId xmlns:a16="http://schemas.microsoft.com/office/drawing/2014/main" id="{959BA2CF-43D4-5AFE-D874-A9AD9D59CB17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4;g3dd6299f58b_0_111">
              <a:extLst>
                <a:ext uri="{FF2B5EF4-FFF2-40B4-BE49-F238E27FC236}">
                  <a16:creationId xmlns:a16="http://schemas.microsoft.com/office/drawing/2014/main" id="{316F6325-AB65-4CE1-CC2F-4DAFD35DB2EB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5;g3dd6299f58b_0_111">
              <a:extLst>
                <a:ext uri="{FF2B5EF4-FFF2-40B4-BE49-F238E27FC236}">
                  <a16:creationId xmlns:a16="http://schemas.microsoft.com/office/drawing/2014/main" id="{22016CDC-CCC3-9F2B-0D07-D51567DCCBA3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6;g3dd6299f58b_0_111">
              <a:extLst>
                <a:ext uri="{FF2B5EF4-FFF2-40B4-BE49-F238E27FC236}">
                  <a16:creationId xmlns:a16="http://schemas.microsoft.com/office/drawing/2014/main" id="{4F5A1C52-E71E-8B8C-8AEA-40CB21BB21BE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7;g3dd6299f58b_0_111">
              <a:extLst>
                <a:ext uri="{FF2B5EF4-FFF2-40B4-BE49-F238E27FC236}">
                  <a16:creationId xmlns:a16="http://schemas.microsoft.com/office/drawing/2014/main" id="{94684309-B073-C4E9-2A6B-BBBA15080294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8;g3dd6299f58b_0_111">
              <a:extLst>
                <a:ext uri="{FF2B5EF4-FFF2-40B4-BE49-F238E27FC236}">
                  <a16:creationId xmlns:a16="http://schemas.microsoft.com/office/drawing/2014/main" id="{66D1CDFE-6DEB-E8EF-16E3-B7F3A24865A8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9;g3dd6299f58b_0_111">
              <a:extLst>
                <a:ext uri="{FF2B5EF4-FFF2-40B4-BE49-F238E27FC236}">
                  <a16:creationId xmlns:a16="http://schemas.microsoft.com/office/drawing/2014/main" id="{F50DC183-433D-8C98-88F3-64036AD9A03F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0;g3dd6299f58b_0_111">
              <a:extLst>
                <a:ext uri="{FF2B5EF4-FFF2-40B4-BE49-F238E27FC236}">
                  <a16:creationId xmlns:a16="http://schemas.microsoft.com/office/drawing/2014/main" id="{DC1C692D-BA8B-10D0-00A7-E7C3709B7064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1;g3dd6299f58b_0_111">
              <a:extLst>
                <a:ext uri="{FF2B5EF4-FFF2-40B4-BE49-F238E27FC236}">
                  <a16:creationId xmlns:a16="http://schemas.microsoft.com/office/drawing/2014/main" id="{6A10AF1D-3525-6708-5766-AA67AC85A97B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2;g3dd6299f58b_0_111">
              <a:extLst>
                <a:ext uri="{FF2B5EF4-FFF2-40B4-BE49-F238E27FC236}">
                  <a16:creationId xmlns:a16="http://schemas.microsoft.com/office/drawing/2014/main" id="{262BCED4-05D5-A6DD-104D-E137C3285221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3;g3dd6299f58b_0_111">
              <a:extLst>
                <a:ext uri="{FF2B5EF4-FFF2-40B4-BE49-F238E27FC236}">
                  <a16:creationId xmlns:a16="http://schemas.microsoft.com/office/drawing/2014/main" id="{B0F066FE-88CE-1619-210E-20F106F7FDF7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4;g3dd6299f58b_0_111">
              <a:extLst>
                <a:ext uri="{FF2B5EF4-FFF2-40B4-BE49-F238E27FC236}">
                  <a16:creationId xmlns:a16="http://schemas.microsoft.com/office/drawing/2014/main" id="{330749FC-0E62-C670-4DD3-A64FAEF16D7A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5;g3dd6299f58b_0_111">
              <a:extLst>
                <a:ext uri="{FF2B5EF4-FFF2-40B4-BE49-F238E27FC236}">
                  <a16:creationId xmlns:a16="http://schemas.microsoft.com/office/drawing/2014/main" id="{9E40945E-F162-E625-6A49-D2E30E782AF5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6;g3dd6299f58b_0_111">
              <a:extLst>
                <a:ext uri="{FF2B5EF4-FFF2-40B4-BE49-F238E27FC236}">
                  <a16:creationId xmlns:a16="http://schemas.microsoft.com/office/drawing/2014/main" id="{F378EAB0-4526-8834-7381-E6A0E0D580D8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7;g3dd6299f58b_0_111">
              <a:extLst>
                <a:ext uri="{FF2B5EF4-FFF2-40B4-BE49-F238E27FC236}">
                  <a16:creationId xmlns:a16="http://schemas.microsoft.com/office/drawing/2014/main" id="{8747DC17-B404-C39F-DD93-53C94BFEFA12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8;g3dd6299f58b_0_111">
              <a:extLst>
                <a:ext uri="{FF2B5EF4-FFF2-40B4-BE49-F238E27FC236}">
                  <a16:creationId xmlns:a16="http://schemas.microsoft.com/office/drawing/2014/main" id="{1F055997-4AAE-F6F9-A446-C508BDB68765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9;g3dd6299f58b_0_111">
              <a:extLst>
                <a:ext uri="{FF2B5EF4-FFF2-40B4-BE49-F238E27FC236}">
                  <a16:creationId xmlns:a16="http://schemas.microsoft.com/office/drawing/2014/main" id="{AEB38412-5669-BC4C-378D-36B0DCF0345A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60;g3dd6299f58b_0_111">
              <a:extLst>
                <a:ext uri="{FF2B5EF4-FFF2-40B4-BE49-F238E27FC236}">
                  <a16:creationId xmlns:a16="http://schemas.microsoft.com/office/drawing/2014/main" id="{C4E77FC6-5305-8082-D4DB-7052439C892F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61;g3dd6299f58b_0_111">
              <a:extLst>
                <a:ext uri="{FF2B5EF4-FFF2-40B4-BE49-F238E27FC236}">
                  <a16:creationId xmlns:a16="http://schemas.microsoft.com/office/drawing/2014/main" id="{E1A2830A-C8D9-76C3-F742-3BFFC7A8D0FB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62;g3dd6299f58b_0_111">
              <a:extLst>
                <a:ext uri="{FF2B5EF4-FFF2-40B4-BE49-F238E27FC236}">
                  <a16:creationId xmlns:a16="http://schemas.microsoft.com/office/drawing/2014/main" id="{CFC82AEE-7A35-A0D5-23C9-245130A9A63C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FEATURE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06. Key Features: Dashboard &amp; Explainable Decision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Real-Time Warehouse Stock Audit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Managers can view, edit, and monitor physical warehouse bays, safety stock thresholds, and current stock in real-time.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Safety Stock Guardian: Automatically warns whenever current stock dips into safety thresholds.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One-Click Agentic Planning Execution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Select any product (e.g. Office Chair, Gaming Desk) and batch quantity to trigger the multi-step reasoning workflow.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Live Execution Visualizer: Displays active animated progress badges across each reasoning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18+ Step Chain-of-Thought Decision Log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Every calculation, database lookup, and shortage deduction is logged with timestamp, icon badge (✓ / ⚠ / ℹ), and details.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Regulatory &amp; Viva Auditability: Complete visibility into why each procurement recommendation was made.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4846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Executive Procurement Report &amp; PDF Export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Synthesizes an executive narrative detailing total required capital, prioritized supplier purchase orders, and urgency.</a:t>
            </a:r>
          </a:p>
          <a:p>
            <a:pPr>
              <a:defRPr sz="1050" b="1">
                <a:solidFill>
                  <a:srgbClr val="16A34A"/>
                </a:solidFill>
              </a:defRPr>
            </a:pPr>
            <a:r>
              <a:t>Printable Documentation: Ready for management sign-off and immediate purchase execution.</a:t>
            </a:r>
          </a:p>
        </p:txBody>
      </p:sp>
      <p:grpSp>
        <p:nvGrpSpPr>
          <p:cNvPr id="17" name="Google Shape;289;g3dd6299f58b_0_111">
            <a:extLst>
              <a:ext uri="{FF2B5EF4-FFF2-40B4-BE49-F238E27FC236}">
                <a16:creationId xmlns:a16="http://schemas.microsoft.com/office/drawing/2014/main" id="{1C018BF1-F66A-82A2-56A3-94AB9358DD36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8" name="Google Shape;290;g3dd6299f58b_0_111">
              <a:extLst>
                <a:ext uri="{FF2B5EF4-FFF2-40B4-BE49-F238E27FC236}">
                  <a16:creationId xmlns:a16="http://schemas.microsoft.com/office/drawing/2014/main" id="{F8687ADF-D8E6-57CB-0AD9-3103611AE603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9" name="Google Shape;291;g3dd6299f58b_0_111">
              <a:extLst>
                <a:ext uri="{FF2B5EF4-FFF2-40B4-BE49-F238E27FC236}">
                  <a16:creationId xmlns:a16="http://schemas.microsoft.com/office/drawing/2014/main" id="{6B41108E-AAD3-4DE4-1043-7B9F2206971F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0" name="Google Shape;292;g3dd6299f58b_0_111">
                <a:extLst>
                  <a:ext uri="{FF2B5EF4-FFF2-40B4-BE49-F238E27FC236}">
                    <a16:creationId xmlns:a16="http://schemas.microsoft.com/office/drawing/2014/main" id="{C9FC2740-5462-E9D0-0B36-5E9B9CB3DCA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3;g3dd6299f58b_0_111">
                <a:extLst>
                  <a:ext uri="{FF2B5EF4-FFF2-40B4-BE49-F238E27FC236}">
                    <a16:creationId xmlns:a16="http://schemas.microsoft.com/office/drawing/2014/main" id="{AFA7724B-DE07-6E0E-BD6E-78DC70F61B17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4;g3dd6299f58b_0_111">
                <a:extLst>
                  <a:ext uri="{FF2B5EF4-FFF2-40B4-BE49-F238E27FC236}">
                    <a16:creationId xmlns:a16="http://schemas.microsoft.com/office/drawing/2014/main" id="{325BE051-D164-2025-7C0E-AEA10FD0A9C8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5;g3dd6299f58b_0_111">
                <a:extLst>
                  <a:ext uri="{FF2B5EF4-FFF2-40B4-BE49-F238E27FC236}">
                    <a16:creationId xmlns:a16="http://schemas.microsoft.com/office/drawing/2014/main" id="{E604B4D2-906C-833B-C581-EEF17D7EE7F2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6;g3dd6299f58b_0_111">
                <a:extLst>
                  <a:ext uri="{FF2B5EF4-FFF2-40B4-BE49-F238E27FC236}">
                    <a16:creationId xmlns:a16="http://schemas.microsoft.com/office/drawing/2014/main" id="{D03F0136-2160-6A3C-A535-37DE4A75394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7;g3dd6299f58b_0_111">
                <a:extLst>
                  <a:ext uri="{FF2B5EF4-FFF2-40B4-BE49-F238E27FC236}">
                    <a16:creationId xmlns:a16="http://schemas.microsoft.com/office/drawing/2014/main" id="{FB21E13B-EBBF-B788-1253-A71FF9ED17C5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98;g3dd6299f58b_0_111">
                <a:extLst>
                  <a:ext uri="{FF2B5EF4-FFF2-40B4-BE49-F238E27FC236}">
                    <a16:creationId xmlns:a16="http://schemas.microsoft.com/office/drawing/2014/main" id="{652A5A8E-2DBE-07E4-7529-EB23764D3751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99;g3dd6299f58b_0_111">
                <a:extLst>
                  <a:ext uri="{FF2B5EF4-FFF2-40B4-BE49-F238E27FC236}">
                    <a16:creationId xmlns:a16="http://schemas.microsoft.com/office/drawing/2014/main" id="{4D284A0D-6542-72A6-A60C-4CD562930A85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0;g3dd6299f58b_0_111">
                <a:extLst>
                  <a:ext uri="{FF2B5EF4-FFF2-40B4-BE49-F238E27FC236}">
                    <a16:creationId xmlns:a16="http://schemas.microsoft.com/office/drawing/2014/main" id="{D286B544-36D1-2D1C-9609-65DAEE166A0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1;g3dd6299f58b_0_111">
                <a:extLst>
                  <a:ext uri="{FF2B5EF4-FFF2-40B4-BE49-F238E27FC236}">
                    <a16:creationId xmlns:a16="http://schemas.microsoft.com/office/drawing/2014/main" id="{427571AE-4FAC-70BC-3CB2-3EDBFEB92FB0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2;g3dd6299f58b_0_111">
                <a:extLst>
                  <a:ext uri="{FF2B5EF4-FFF2-40B4-BE49-F238E27FC236}">
                    <a16:creationId xmlns:a16="http://schemas.microsoft.com/office/drawing/2014/main" id="{C0F5CE0E-7010-E0E2-01E9-AFEFAE6AF8CA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3;g3dd6299f58b_0_111">
                <a:extLst>
                  <a:ext uri="{FF2B5EF4-FFF2-40B4-BE49-F238E27FC236}">
                    <a16:creationId xmlns:a16="http://schemas.microsoft.com/office/drawing/2014/main" id="{F5A3EE9B-9A97-8BDE-0399-D908151E3516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4;g3dd6299f58b_0_111">
                <a:extLst>
                  <a:ext uri="{FF2B5EF4-FFF2-40B4-BE49-F238E27FC236}">
                    <a16:creationId xmlns:a16="http://schemas.microsoft.com/office/drawing/2014/main" id="{6F92BC06-701E-BDEB-5C34-38C444A7D60E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5;g3dd6299f58b_0_111">
                <a:extLst>
                  <a:ext uri="{FF2B5EF4-FFF2-40B4-BE49-F238E27FC236}">
                    <a16:creationId xmlns:a16="http://schemas.microsoft.com/office/drawing/2014/main" id="{703463DA-9D36-17C3-E4B5-D2B0C29EE81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6;g3dd6299f58b_0_111">
                <a:extLst>
                  <a:ext uri="{FF2B5EF4-FFF2-40B4-BE49-F238E27FC236}">
                    <a16:creationId xmlns:a16="http://schemas.microsoft.com/office/drawing/2014/main" id="{224C76E0-8677-F103-5CE2-C21189425553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7;g3dd6299f58b_0_111">
                <a:extLst>
                  <a:ext uri="{FF2B5EF4-FFF2-40B4-BE49-F238E27FC236}">
                    <a16:creationId xmlns:a16="http://schemas.microsoft.com/office/drawing/2014/main" id="{5609CE2B-11E1-57C9-948D-F6A16813B8A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08;g3dd6299f58b_0_111">
                <a:extLst>
                  <a:ext uri="{FF2B5EF4-FFF2-40B4-BE49-F238E27FC236}">
                    <a16:creationId xmlns:a16="http://schemas.microsoft.com/office/drawing/2014/main" id="{D062B17F-9E97-DB37-343A-D2C922900C8B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09;g3dd6299f58b_0_111">
                <a:extLst>
                  <a:ext uri="{FF2B5EF4-FFF2-40B4-BE49-F238E27FC236}">
                    <a16:creationId xmlns:a16="http://schemas.microsoft.com/office/drawing/2014/main" id="{99C5462E-B058-B425-AC51-F7F2718CCA4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0;g3dd6299f58b_0_111">
                <a:extLst>
                  <a:ext uri="{FF2B5EF4-FFF2-40B4-BE49-F238E27FC236}">
                    <a16:creationId xmlns:a16="http://schemas.microsoft.com/office/drawing/2014/main" id="{AE615100-C095-EA8A-EE1C-FF090233F8CE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1;g3dd6299f58b_0_111">
                <a:extLst>
                  <a:ext uri="{FF2B5EF4-FFF2-40B4-BE49-F238E27FC236}">
                    <a16:creationId xmlns:a16="http://schemas.microsoft.com/office/drawing/2014/main" id="{F6CB868A-DD8B-F139-00B0-9890752A428B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2;g3dd6299f58b_0_111">
                <a:extLst>
                  <a:ext uri="{FF2B5EF4-FFF2-40B4-BE49-F238E27FC236}">
                    <a16:creationId xmlns:a16="http://schemas.microsoft.com/office/drawing/2014/main" id="{D4CE9DED-3466-E031-C062-3C318EBB54DF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3;g3dd6299f58b_0_111">
                <a:extLst>
                  <a:ext uri="{FF2B5EF4-FFF2-40B4-BE49-F238E27FC236}">
                    <a16:creationId xmlns:a16="http://schemas.microsoft.com/office/drawing/2014/main" id="{D6E13A80-6666-3AB4-72E0-22B814918A9B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4;g3dd6299f58b_0_111">
                <a:extLst>
                  <a:ext uri="{FF2B5EF4-FFF2-40B4-BE49-F238E27FC236}">
                    <a16:creationId xmlns:a16="http://schemas.microsoft.com/office/drawing/2014/main" id="{C2769467-7334-E4A5-FF0F-57D3BB75156E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5;g3dd6299f58b_0_111">
                <a:extLst>
                  <a:ext uri="{FF2B5EF4-FFF2-40B4-BE49-F238E27FC236}">
                    <a16:creationId xmlns:a16="http://schemas.microsoft.com/office/drawing/2014/main" id="{4462DE43-8666-F5EE-7733-FDE59F505D77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6;g3dd6299f58b_0_111">
                <a:extLst>
                  <a:ext uri="{FF2B5EF4-FFF2-40B4-BE49-F238E27FC236}">
                    <a16:creationId xmlns:a16="http://schemas.microsoft.com/office/drawing/2014/main" id="{794E902C-7350-9809-90B7-E13ED368CCA5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7;g3dd6299f58b_0_111">
                <a:extLst>
                  <a:ext uri="{FF2B5EF4-FFF2-40B4-BE49-F238E27FC236}">
                    <a16:creationId xmlns:a16="http://schemas.microsoft.com/office/drawing/2014/main" id="{FE7ADB19-8676-8693-13B7-D6E24169551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18;g3dd6299f58b_0_111">
                <a:extLst>
                  <a:ext uri="{FF2B5EF4-FFF2-40B4-BE49-F238E27FC236}">
                    <a16:creationId xmlns:a16="http://schemas.microsoft.com/office/drawing/2014/main" id="{F6A8A194-5E4D-68FB-9926-13336F2A34BB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19;g3dd6299f58b_0_111">
                <a:extLst>
                  <a:ext uri="{FF2B5EF4-FFF2-40B4-BE49-F238E27FC236}">
                    <a16:creationId xmlns:a16="http://schemas.microsoft.com/office/drawing/2014/main" id="{C748C537-C520-866B-930D-11804B9433BD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0;g3dd6299f58b_0_111">
                <a:extLst>
                  <a:ext uri="{FF2B5EF4-FFF2-40B4-BE49-F238E27FC236}">
                    <a16:creationId xmlns:a16="http://schemas.microsoft.com/office/drawing/2014/main" id="{259603AE-E44B-A8FC-30A2-ECB2D855F4D1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1;g3dd6299f58b_0_111">
                <a:extLst>
                  <a:ext uri="{FF2B5EF4-FFF2-40B4-BE49-F238E27FC236}">
                    <a16:creationId xmlns:a16="http://schemas.microsoft.com/office/drawing/2014/main" id="{894DBB20-6665-9E15-9170-B6F84D0F6522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2;g3dd6299f58b_0_111">
                <a:extLst>
                  <a:ext uri="{FF2B5EF4-FFF2-40B4-BE49-F238E27FC236}">
                    <a16:creationId xmlns:a16="http://schemas.microsoft.com/office/drawing/2014/main" id="{A76B4FAE-42F5-81B3-1BA0-C177D765E777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3;g3dd6299f58b_0_111">
                <a:extLst>
                  <a:ext uri="{FF2B5EF4-FFF2-40B4-BE49-F238E27FC236}">
                    <a16:creationId xmlns:a16="http://schemas.microsoft.com/office/drawing/2014/main" id="{44B08415-D258-E647-A30D-3BA11AB7113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4;g3dd6299f58b_0_111">
                <a:extLst>
                  <a:ext uri="{FF2B5EF4-FFF2-40B4-BE49-F238E27FC236}">
                    <a16:creationId xmlns:a16="http://schemas.microsoft.com/office/drawing/2014/main" id="{BC6CBCDA-B2E5-56AD-E01B-E1B1C1D283A6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3" name="Google Shape;325;g3dd6299f58b_0_111">
                <a:extLst>
                  <a:ext uri="{FF2B5EF4-FFF2-40B4-BE49-F238E27FC236}">
                    <a16:creationId xmlns:a16="http://schemas.microsoft.com/office/drawing/2014/main" id="{44C6E7F3-7BE4-CE1F-3763-A32C219CAC80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Google Shape;326;g3dd6299f58b_0_111">
                <a:extLst>
                  <a:ext uri="{FF2B5EF4-FFF2-40B4-BE49-F238E27FC236}">
                    <a16:creationId xmlns:a16="http://schemas.microsoft.com/office/drawing/2014/main" id="{925804A1-8AAF-8350-A5B6-0BA99EE4DAC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" name="Google Shape;327;g3dd6299f58b_0_111">
            <a:extLst>
              <a:ext uri="{FF2B5EF4-FFF2-40B4-BE49-F238E27FC236}">
                <a16:creationId xmlns:a16="http://schemas.microsoft.com/office/drawing/2014/main" id="{28ED223E-E09D-5BDF-9D38-1621AFB188C0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6" name="Google Shape;328;g3dd6299f58b_0_111">
              <a:extLst>
                <a:ext uri="{FF2B5EF4-FFF2-40B4-BE49-F238E27FC236}">
                  <a16:creationId xmlns:a16="http://schemas.microsoft.com/office/drawing/2014/main" id="{92335CDB-34A2-67D0-C6E9-03D7738FB729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29;g3dd6299f58b_0_111">
              <a:extLst>
                <a:ext uri="{FF2B5EF4-FFF2-40B4-BE49-F238E27FC236}">
                  <a16:creationId xmlns:a16="http://schemas.microsoft.com/office/drawing/2014/main" id="{70D4E430-A377-EBB1-4446-02FDB409ED03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0;g3dd6299f58b_0_111">
              <a:extLst>
                <a:ext uri="{FF2B5EF4-FFF2-40B4-BE49-F238E27FC236}">
                  <a16:creationId xmlns:a16="http://schemas.microsoft.com/office/drawing/2014/main" id="{73F26ED7-711E-F6DE-CBF6-313F07AE2F98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1;g3dd6299f58b_0_111">
              <a:extLst>
                <a:ext uri="{FF2B5EF4-FFF2-40B4-BE49-F238E27FC236}">
                  <a16:creationId xmlns:a16="http://schemas.microsoft.com/office/drawing/2014/main" id="{7CFE9C0E-A96F-BA66-A534-5ABFE8C71ED2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2;g3dd6299f58b_0_111">
              <a:extLst>
                <a:ext uri="{FF2B5EF4-FFF2-40B4-BE49-F238E27FC236}">
                  <a16:creationId xmlns:a16="http://schemas.microsoft.com/office/drawing/2014/main" id="{76C95691-E7D3-B1EE-0F11-EE70DC498184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3;g3dd6299f58b_0_111">
              <a:extLst>
                <a:ext uri="{FF2B5EF4-FFF2-40B4-BE49-F238E27FC236}">
                  <a16:creationId xmlns:a16="http://schemas.microsoft.com/office/drawing/2014/main" id="{85B1C96D-BF28-52DD-62CA-F04CB6E982E5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4;g3dd6299f58b_0_111">
              <a:extLst>
                <a:ext uri="{FF2B5EF4-FFF2-40B4-BE49-F238E27FC236}">
                  <a16:creationId xmlns:a16="http://schemas.microsoft.com/office/drawing/2014/main" id="{0008F071-F600-4BE2-ABDB-EB2EDBCCEDA4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5;g3dd6299f58b_0_111">
              <a:extLst>
                <a:ext uri="{FF2B5EF4-FFF2-40B4-BE49-F238E27FC236}">
                  <a16:creationId xmlns:a16="http://schemas.microsoft.com/office/drawing/2014/main" id="{144C49C5-A4D8-2862-6B90-16496741A870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6;g3dd6299f58b_0_111">
              <a:extLst>
                <a:ext uri="{FF2B5EF4-FFF2-40B4-BE49-F238E27FC236}">
                  <a16:creationId xmlns:a16="http://schemas.microsoft.com/office/drawing/2014/main" id="{0C8921B2-32DC-6629-89C8-6B7736AC2D29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7;g3dd6299f58b_0_111">
              <a:extLst>
                <a:ext uri="{FF2B5EF4-FFF2-40B4-BE49-F238E27FC236}">
                  <a16:creationId xmlns:a16="http://schemas.microsoft.com/office/drawing/2014/main" id="{2FD1EB51-C183-22D8-FA91-CBFEA2B3D1EB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38;g3dd6299f58b_0_111">
              <a:extLst>
                <a:ext uri="{FF2B5EF4-FFF2-40B4-BE49-F238E27FC236}">
                  <a16:creationId xmlns:a16="http://schemas.microsoft.com/office/drawing/2014/main" id="{F559DB29-4197-2E87-1E51-2FBBECBB0A55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39;g3dd6299f58b_0_111">
              <a:extLst>
                <a:ext uri="{FF2B5EF4-FFF2-40B4-BE49-F238E27FC236}">
                  <a16:creationId xmlns:a16="http://schemas.microsoft.com/office/drawing/2014/main" id="{7F821E01-0BDA-D0EE-3F5F-48A8EAF3D570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0;g3dd6299f58b_0_111">
              <a:extLst>
                <a:ext uri="{FF2B5EF4-FFF2-40B4-BE49-F238E27FC236}">
                  <a16:creationId xmlns:a16="http://schemas.microsoft.com/office/drawing/2014/main" id="{90BDC853-486D-2142-A3E1-BD5FEFD00E2C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1;g3dd6299f58b_0_111">
              <a:extLst>
                <a:ext uri="{FF2B5EF4-FFF2-40B4-BE49-F238E27FC236}">
                  <a16:creationId xmlns:a16="http://schemas.microsoft.com/office/drawing/2014/main" id="{BF54D472-9BF3-D6E7-5BA7-3313F8339BDA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2;g3dd6299f58b_0_111">
              <a:extLst>
                <a:ext uri="{FF2B5EF4-FFF2-40B4-BE49-F238E27FC236}">
                  <a16:creationId xmlns:a16="http://schemas.microsoft.com/office/drawing/2014/main" id="{6571D1F4-C89B-0390-59FB-41848A5205C5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3;g3dd6299f58b_0_111">
              <a:extLst>
                <a:ext uri="{FF2B5EF4-FFF2-40B4-BE49-F238E27FC236}">
                  <a16:creationId xmlns:a16="http://schemas.microsoft.com/office/drawing/2014/main" id="{80157AAE-55F5-BDCC-EA98-B42CE3A3DF3A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4;g3dd6299f58b_0_111">
              <a:extLst>
                <a:ext uri="{FF2B5EF4-FFF2-40B4-BE49-F238E27FC236}">
                  <a16:creationId xmlns:a16="http://schemas.microsoft.com/office/drawing/2014/main" id="{65AB30FA-B0D3-17AF-385C-B8FB58FA0530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5;g3dd6299f58b_0_111">
              <a:extLst>
                <a:ext uri="{FF2B5EF4-FFF2-40B4-BE49-F238E27FC236}">
                  <a16:creationId xmlns:a16="http://schemas.microsoft.com/office/drawing/2014/main" id="{E4EDD054-0182-D967-42E1-C086CE6FA542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6;g3dd6299f58b_0_111">
              <a:extLst>
                <a:ext uri="{FF2B5EF4-FFF2-40B4-BE49-F238E27FC236}">
                  <a16:creationId xmlns:a16="http://schemas.microsoft.com/office/drawing/2014/main" id="{E47FFE4A-0FF5-5E6E-6249-720ABE2104EA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7;g3dd6299f58b_0_111">
              <a:extLst>
                <a:ext uri="{FF2B5EF4-FFF2-40B4-BE49-F238E27FC236}">
                  <a16:creationId xmlns:a16="http://schemas.microsoft.com/office/drawing/2014/main" id="{E359A4B0-FE6E-61E1-5407-1FECD3DC8B96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48;g3dd6299f58b_0_111">
              <a:extLst>
                <a:ext uri="{FF2B5EF4-FFF2-40B4-BE49-F238E27FC236}">
                  <a16:creationId xmlns:a16="http://schemas.microsoft.com/office/drawing/2014/main" id="{C05A92EE-3D87-8E33-7F7F-2204F31A1E18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49;g3dd6299f58b_0_111">
              <a:extLst>
                <a:ext uri="{FF2B5EF4-FFF2-40B4-BE49-F238E27FC236}">
                  <a16:creationId xmlns:a16="http://schemas.microsoft.com/office/drawing/2014/main" id="{627F1E14-70FB-03BA-3F4E-6A15F669F653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0;g3dd6299f58b_0_111">
              <a:extLst>
                <a:ext uri="{FF2B5EF4-FFF2-40B4-BE49-F238E27FC236}">
                  <a16:creationId xmlns:a16="http://schemas.microsoft.com/office/drawing/2014/main" id="{42B311BB-8FB1-CFDE-1252-E1B22C92A465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1;g3dd6299f58b_0_111">
              <a:extLst>
                <a:ext uri="{FF2B5EF4-FFF2-40B4-BE49-F238E27FC236}">
                  <a16:creationId xmlns:a16="http://schemas.microsoft.com/office/drawing/2014/main" id="{57ABEE9C-8396-7995-1D88-880F9BEAE5C1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2;g3dd6299f58b_0_111">
              <a:extLst>
                <a:ext uri="{FF2B5EF4-FFF2-40B4-BE49-F238E27FC236}">
                  <a16:creationId xmlns:a16="http://schemas.microsoft.com/office/drawing/2014/main" id="{6562A8FE-3C0B-EE29-E1F8-D669F0F479B3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3;g3dd6299f58b_0_111">
              <a:extLst>
                <a:ext uri="{FF2B5EF4-FFF2-40B4-BE49-F238E27FC236}">
                  <a16:creationId xmlns:a16="http://schemas.microsoft.com/office/drawing/2014/main" id="{D497ABA9-2B91-D598-8BC8-6A2008336A8C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4;g3dd6299f58b_0_111">
              <a:extLst>
                <a:ext uri="{FF2B5EF4-FFF2-40B4-BE49-F238E27FC236}">
                  <a16:creationId xmlns:a16="http://schemas.microsoft.com/office/drawing/2014/main" id="{CF2F3774-A022-1435-D6EC-70D82F9FD795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5;g3dd6299f58b_0_111">
              <a:extLst>
                <a:ext uri="{FF2B5EF4-FFF2-40B4-BE49-F238E27FC236}">
                  <a16:creationId xmlns:a16="http://schemas.microsoft.com/office/drawing/2014/main" id="{8D82293A-852A-6F70-3EA5-A25AE4DC6D35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6;g3dd6299f58b_0_111">
              <a:extLst>
                <a:ext uri="{FF2B5EF4-FFF2-40B4-BE49-F238E27FC236}">
                  <a16:creationId xmlns:a16="http://schemas.microsoft.com/office/drawing/2014/main" id="{068A54E5-FC43-CB3A-4DB7-06AC46F7D7A2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7;g3dd6299f58b_0_111">
              <a:extLst>
                <a:ext uri="{FF2B5EF4-FFF2-40B4-BE49-F238E27FC236}">
                  <a16:creationId xmlns:a16="http://schemas.microsoft.com/office/drawing/2014/main" id="{2B2B48A5-EB0F-0511-1447-34EEEBB6A3B3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58;g3dd6299f58b_0_111">
              <a:extLst>
                <a:ext uri="{FF2B5EF4-FFF2-40B4-BE49-F238E27FC236}">
                  <a16:creationId xmlns:a16="http://schemas.microsoft.com/office/drawing/2014/main" id="{D739B9A9-3F2F-530C-57DA-916C26A785B7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59;g3dd6299f58b_0_111">
              <a:extLst>
                <a:ext uri="{FF2B5EF4-FFF2-40B4-BE49-F238E27FC236}">
                  <a16:creationId xmlns:a16="http://schemas.microsoft.com/office/drawing/2014/main" id="{EDEBD85E-A5AF-8E59-DCCA-736558C1F2F9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60;g3dd6299f58b_0_111">
              <a:extLst>
                <a:ext uri="{FF2B5EF4-FFF2-40B4-BE49-F238E27FC236}">
                  <a16:creationId xmlns:a16="http://schemas.microsoft.com/office/drawing/2014/main" id="{241AC2DA-007B-6961-7FCA-7620F823ED7D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61;g3dd6299f58b_0_111">
              <a:extLst>
                <a:ext uri="{FF2B5EF4-FFF2-40B4-BE49-F238E27FC236}">
                  <a16:creationId xmlns:a16="http://schemas.microsoft.com/office/drawing/2014/main" id="{E63CBBEF-30B4-0754-C059-0A6B059E38A0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62;g3dd6299f58b_0_111">
              <a:extLst>
                <a:ext uri="{FF2B5EF4-FFF2-40B4-BE49-F238E27FC236}">
                  <a16:creationId xmlns:a16="http://schemas.microsoft.com/office/drawing/2014/main" id="{9F001A02-188E-F6A0-0FBB-0D176BDC10CD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07. Experimental Results: Benchmark Case Study (Office Chair)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0362895" cy="8229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8C1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C1D22"/>
                </a:solidFill>
              </a:defRPr>
            </a:pPr>
            <a:r>
              <a:t>Benchmark Test: Production of 500 Units of 'Office Chair' | Target Schedule: 7 Days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Result: Agent detected 2 material shortages, preserved 400 units of safety buffer, and generated $1,820 procurement plan.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514600"/>
          <a:ext cx="103628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6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Raw Material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BOM Ratio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Req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On-Hand 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 Stock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Shortage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Procurement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Steel (Alloy)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2.0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1,000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700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400 kg (Deficit)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400 kg × $2.80 = $1,120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Plastic (Molded)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1.5 kg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750 kg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900 kg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100 kg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0 kg (Sufficient)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$0.00 (In Stock)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Foam (High Dens.)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0.8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400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300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100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200 kg (Deficit)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8C1D22"/>
                          </a:solidFill>
                        </a:defRPr>
                      </a:pPr>
                      <a:r>
                        <a:t>200 kg × $3.50 = $700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Fabric (Textile)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1.2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600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700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100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0 m (Sufficient)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</a:defRPr>
                      </a:pPr>
                      <a:r>
                        <a:t>$0.00 (In Stock)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14400" y="530352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Total Procurement Budget</a:t>
            </a:r>
          </a:p>
          <a:p>
            <a:pPr>
              <a:defRPr sz="1800" b="1">
                <a:solidFill>
                  <a:srgbClr val="8C1D22"/>
                </a:solidFill>
              </a:defRPr>
            </a:pPr>
            <a:r>
              <a:t>$1,820.00 USD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9470" y="530352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Safety Buffer Protected</a:t>
            </a:r>
          </a:p>
          <a:p>
            <a:pPr>
              <a:defRPr sz="1800" b="1">
                <a:solidFill>
                  <a:srgbClr val="16A34A"/>
                </a:solidFill>
              </a:defRPr>
            </a:pPr>
            <a:r>
              <a:t>100% Buffer Retained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455" y="5303520"/>
            <a:ext cx="32918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Agent Execution Latency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&lt; 180 ms (Deterministic)</a:t>
            </a:r>
          </a:p>
        </p:txBody>
      </p:sp>
      <p:grpSp>
        <p:nvGrpSpPr>
          <p:cNvPr id="14" name="Google Shape;289;g3dd6299f58b_0_111">
            <a:extLst>
              <a:ext uri="{FF2B5EF4-FFF2-40B4-BE49-F238E27FC236}">
                <a16:creationId xmlns:a16="http://schemas.microsoft.com/office/drawing/2014/main" id="{147BD7F9-1FCE-C3DF-6170-C0C1F26C2D71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5" name="Google Shape;290;g3dd6299f58b_0_111">
              <a:extLst>
                <a:ext uri="{FF2B5EF4-FFF2-40B4-BE49-F238E27FC236}">
                  <a16:creationId xmlns:a16="http://schemas.microsoft.com/office/drawing/2014/main" id="{50B9C293-92F7-4829-0561-58C6E0ED5830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" name="Google Shape;291;g3dd6299f58b_0_111">
              <a:extLst>
                <a:ext uri="{FF2B5EF4-FFF2-40B4-BE49-F238E27FC236}">
                  <a16:creationId xmlns:a16="http://schemas.microsoft.com/office/drawing/2014/main" id="{20D1F683-0018-9E74-00D5-CF06FBE614B6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7" name="Google Shape;292;g3dd6299f58b_0_111">
                <a:extLst>
                  <a:ext uri="{FF2B5EF4-FFF2-40B4-BE49-F238E27FC236}">
                    <a16:creationId xmlns:a16="http://schemas.microsoft.com/office/drawing/2014/main" id="{86B8CC78-AC95-E145-F5A7-C10C2933E38A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293;g3dd6299f58b_0_111">
                <a:extLst>
                  <a:ext uri="{FF2B5EF4-FFF2-40B4-BE49-F238E27FC236}">
                    <a16:creationId xmlns:a16="http://schemas.microsoft.com/office/drawing/2014/main" id="{0BD8BA04-7F86-EA86-CE95-5FED13E154CD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294;g3dd6299f58b_0_111">
                <a:extLst>
                  <a:ext uri="{FF2B5EF4-FFF2-40B4-BE49-F238E27FC236}">
                    <a16:creationId xmlns:a16="http://schemas.microsoft.com/office/drawing/2014/main" id="{F6C35F44-5360-B886-3B84-C0F8E109062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95;g3dd6299f58b_0_111">
                <a:extLst>
                  <a:ext uri="{FF2B5EF4-FFF2-40B4-BE49-F238E27FC236}">
                    <a16:creationId xmlns:a16="http://schemas.microsoft.com/office/drawing/2014/main" id="{107712D4-24AA-FD71-6436-D7694D970E13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6;g3dd6299f58b_0_111">
                <a:extLst>
                  <a:ext uri="{FF2B5EF4-FFF2-40B4-BE49-F238E27FC236}">
                    <a16:creationId xmlns:a16="http://schemas.microsoft.com/office/drawing/2014/main" id="{5CE099AC-8F27-2E13-3EA1-0CE9FC40D7F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7;g3dd6299f58b_0_111">
                <a:extLst>
                  <a:ext uri="{FF2B5EF4-FFF2-40B4-BE49-F238E27FC236}">
                    <a16:creationId xmlns:a16="http://schemas.microsoft.com/office/drawing/2014/main" id="{F0992F7F-520E-1743-9C15-921449AE260F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8;g3dd6299f58b_0_111">
                <a:extLst>
                  <a:ext uri="{FF2B5EF4-FFF2-40B4-BE49-F238E27FC236}">
                    <a16:creationId xmlns:a16="http://schemas.microsoft.com/office/drawing/2014/main" id="{5BAA2ADF-A5D3-4BA1-C591-DE658EA092CB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9;g3dd6299f58b_0_111">
                <a:extLst>
                  <a:ext uri="{FF2B5EF4-FFF2-40B4-BE49-F238E27FC236}">
                    <a16:creationId xmlns:a16="http://schemas.microsoft.com/office/drawing/2014/main" id="{0D689319-1F92-272B-7AE5-73693D84C573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300;g3dd6299f58b_0_111">
                <a:extLst>
                  <a:ext uri="{FF2B5EF4-FFF2-40B4-BE49-F238E27FC236}">
                    <a16:creationId xmlns:a16="http://schemas.microsoft.com/office/drawing/2014/main" id="{38581D99-EA01-DAB2-6C0D-E6F640E44B7C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01;g3dd6299f58b_0_111">
                <a:extLst>
                  <a:ext uri="{FF2B5EF4-FFF2-40B4-BE49-F238E27FC236}">
                    <a16:creationId xmlns:a16="http://schemas.microsoft.com/office/drawing/2014/main" id="{A3FDAE7A-C5A8-FA9B-FBC2-73CC87289326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02;g3dd6299f58b_0_111">
                <a:extLst>
                  <a:ext uri="{FF2B5EF4-FFF2-40B4-BE49-F238E27FC236}">
                    <a16:creationId xmlns:a16="http://schemas.microsoft.com/office/drawing/2014/main" id="{C7E0F360-1293-1A0F-87B8-89871AC459F1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3;g3dd6299f58b_0_111">
                <a:extLst>
                  <a:ext uri="{FF2B5EF4-FFF2-40B4-BE49-F238E27FC236}">
                    <a16:creationId xmlns:a16="http://schemas.microsoft.com/office/drawing/2014/main" id="{8251BFA9-309F-4D2A-97A1-6B0FA2146399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4;g3dd6299f58b_0_111">
                <a:extLst>
                  <a:ext uri="{FF2B5EF4-FFF2-40B4-BE49-F238E27FC236}">
                    <a16:creationId xmlns:a16="http://schemas.microsoft.com/office/drawing/2014/main" id="{61D308A2-E132-8FA6-6F9A-E645DC23F8CC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5;g3dd6299f58b_0_111">
                <a:extLst>
                  <a:ext uri="{FF2B5EF4-FFF2-40B4-BE49-F238E27FC236}">
                    <a16:creationId xmlns:a16="http://schemas.microsoft.com/office/drawing/2014/main" id="{2E948059-D129-D977-711F-79D66A91F9F7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6;g3dd6299f58b_0_111">
                <a:extLst>
                  <a:ext uri="{FF2B5EF4-FFF2-40B4-BE49-F238E27FC236}">
                    <a16:creationId xmlns:a16="http://schemas.microsoft.com/office/drawing/2014/main" id="{4B1BB024-110C-4436-B381-DAD150AB384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7;g3dd6299f58b_0_111">
                <a:extLst>
                  <a:ext uri="{FF2B5EF4-FFF2-40B4-BE49-F238E27FC236}">
                    <a16:creationId xmlns:a16="http://schemas.microsoft.com/office/drawing/2014/main" id="{6888CFFD-AA8B-FC85-4DDA-70CAB2D592B9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8;g3dd6299f58b_0_111">
                <a:extLst>
                  <a:ext uri="{FF2B5EF4-FFF2-40B4-BE49-F238E27FC236}">
                    <a16:creationId xmlns:a16="http://schemas.microsoft.com/office/drawing/2014/main" id="{828F1B8E-B542-A758-CA82-720C381B2AAE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9;g3dd6299f58b_0_111">
                <a:extLst>
                  <a:ext uri="{FF2B5EF4-FFF2-40B4-BE49-F238E27FC236}">
                    <a16:creationId xmlns:a16="http://schemas.microsoft.com/office/drawing/2014/main" id="{C05BA8C3-8BE4-6BC4-2A51-83653485D65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10;g3dd6299f58b_0_111">
                <a:extLst>
                  <a:ext uri="{FF2B5EF4-FFF2-40B4-BE49-F238E27FC236}">
                    <a16:creationId xmlns:a16="http://schemas.microsoft.com/office/drawing/2014/main" id="{774594AD-4568-D16D-5491-44C3FB6E92D1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11;g3dd6299f58b_0_111">
                <a:extLst>
                  <a:ext uri="{FF2B5EF4-FFF2-40B4-BE49-F238E27FC236}">
                    <a16:creationId xmlns:a16="http://schemas.microsoft.com/office/drawing/2014/main" id="{7F1925A6-5AA6-799E-CEAD-16424D28F76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12;g3dd6299f58b_0_111">
                <a:extLst>
                  <a:ext uri="{FF2B5EF4-FFF2-40B4-BE49-F238E27FC236}">
                    <a16:creationId xmlns:a16="http://schemas.microsoft.com/office/drawing/2014/main" id="{C8000C17-0C54-B4AF-CA9F-40B8B90E7ACC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3;g3dd6299f58b_0_111">
                <a:extLst>
                  <a:ext uri="{FF2B5EF4-FFF2-40B4-BE49-F238E27FC236}">
                    <a16:creationId xmlns:a16="http://schemas.microsoft.com/office/drawing/2014/main" id="{9DBF3419-A16A-9B65-8D92-D0083FCCBBA2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4;g3dd6299f58b_0_111">
                <a:extLst>
                  <a:ext uri="{FF2B5EF4-FFF2-40B4-BE49-F238E27FC236}">
                    <a16:creationId xmlns:a16="http://schemas.microsoft.com/office/drawing/2014/main" id="{DBE7D585-CF85-D796-951F-FD1D9CFBCE37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5;g3dd6299f58b_0_111">
                <a:extLst>
                  <a:ext uri="{FF2B5EF4-FFF2-40B4-BE49-F238E27FC236}">
                    <a16:creationId xmlns:a16="http://schemas.microsoft.com/office/drawing/2014/main" id="{E55AF442-78F5-0764-C7BF-3E29B8D2BCBE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6;g3dd6299f58b_0_111">
                <a:extLst>
                  <a:ext uri="{FF2B5EF4-FFF2-40B4-BE49-F238E27FC236}">
                    <a16:creationId xmlns:a16="http://schemas.microsoft.com/office/drawing/2014/main" id="{E474D8DD-3D38-B942-8240-669319087DBB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7;g3dd6299f58b_0_111">
                <a:extLst>
                  <a:ext uri="{FF2B5EF4-FFF2-40B4-BE49-F238E27FC236}">
                    <a16:creationId xmlns:a16="http://schemas.microsoft.com/office/drawing/2014/main" id="{D8DAE0DC-A7F2-AF9F-8CE4-240CFDF3B8D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8;g3dd6299f58b_0_111">
                <a:extLst>
                  <a:ext uri="{FF2B5EF4-FFF2-40B4-BE49-F238E27FC236}">
                    <a16:creationId xmlns:a16="http://schemas.microsoft.com/office/drawing/2014/main" id="{557EB5F2-2813-06DA-7ECD-2A1ADB8DE9E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9;g3dd6299f58b_0_111">
                <a:extLst>
                  <a:ext uri="{FF2B5EF4-FFF2-40B4-BE49-F238E27FC236}">
                    <a16:creationId xmlns:a16="http://schemas.microsoft.com/office/drawing/2014/main" id="{AD2DD3EA-82C8-95C0-2AF2-81E468859B1E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20;g3dd6299f58b_0_111">
                <a:extLst>
                  <a:ext uri="{FF2B5EF4-FFF2-40B4-BE49-F238E27FC236}">
                    <a16:creationId xmlns:a16="http://schemas.microsoft.com/office/drawing/2014/main" id="{9883FA52-C360-E86B-7045-E39FE23B126F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21;g3dd6299f58b_0_111">
                <a:extLst>
                  <a:ext uri="{FF2B5EF4-FFF2-40B4-BE49-F238E27FC236}">
                    <a16:creationId xmlns:a16="http://schemas.microsoft.com/office/drawing/2014/main" id="{2E2BC2E5-3E8D-9748-0A9C-3A5AD1BD9FC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22;g3dd6299f58b_0_111">
                <a:extLst>
                  <a:ext uri="{FF2B5EF4-FFF2-40B4-BE49-F238E27FC236}">
                    <a16:creationId xmlns:a16="http://schemas.microsoft.com/office/drawing/2014/main" id="{8FC8E916-B80B-7C40-14D7-13358A00211A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3;g3dd6299f58b_0_111">
                <a:extLst>
                  <a:ext uri="{FF2B5EF4-FFF2-40B4-BE49-F238E27FC236}">
                    <a16:creationId xmlns:a16="http://schemas.microsoft.com/office/drawing/2014/main" id="{543C3BC0-D4AE-921B-030D-65DB45D1FB74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4;g3dd6299f58b_0_111">
                <a:extLst>
                  <a:ext uri="{FF2B5EF4-FFF2-40B4-BE49-F238E27FC236}">
                    <a16:creationId xmlns:a16="http://schemas.microsoft.com/office/drawing/2014/main" id="{73BAB073-E729-C8A5-722D-2FFE6F46C81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5;g3dd6299f58b_0_111">
                <a:extLst>
                  <a:ext uri="{FF2B5EF4-FFF2-40B4-BE49-F238E27FC236}">
                    <a16:creationId xmlns:a16="http://schemas.microsoft.com/office/drawing/2014/main" id="{CF8AF5D2-0B6D-8CD4-003F-E003A88F0978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6;g3dd6299f58b_0_111">
                <a:extLst>
                  <a:ext uri="{FF2B5EF4-FFF2-40B4-BE49-F238E27FC236}">
                    <a16:creationId xmlns:a16="http://schemas.microsoft.com/office/drawing/2014/main" id="{507483B4-B1AA-19EA-4F77-7FEDFDCCD105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2" name="Google Shape;327;g3dd6299f58b_0_111">
            <a:extLst>
              <a:ext uri="{FF2B5EF4-FFF2-40B4-BE49-F238E27FC236}">
                <a16:creationId xmlns:a16="http://schemas.microsoft.com/office/drawing/2014/main" id="{A91A6B4A-8829-A10B-16DB-294CACF8DDBD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3" name="Google Shape;328;g3dd6299f58b_0_111">
              <a:extLst>
                <a:ext uri="{FF2B5EF4-FFF2-40B4-BE49-F238E27FC236}">
                  <a16:creationId xmlns:a16="http://schemas.microsoft.com/office/drawing/2014/main" id="{028E0ABA-5587-B5B8-5430-183929E5C802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329;g3dd6299f58b_0_111">
              <a:extLst>
                <a:ext uri="{FF2B5EF4-FFF2-40B4-BE49-F238E27FC236}">
                  <a16:creationId xmlns:a16="http://schemas.microsoft.com/office/drawing/2014/main" id="{47B4F65C-BD55-8F6F-5FE5-CA1AE890E308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330;g3dd6299f58b_0_111">
              <a:extLst>
                <a:ext uri="{FF2B5EF4-FFF2-40B4-BE49-F238E27FC236}">
                  <a16:creationId xmlns:a16="http://schemas.microsoft.com/office/drawing/2014/main" id="{0B84128E-9651-F0BF-45ED-E9DE2E9E1AD4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331;g3dd6299f58b_0_111">
              <a:extLst>
                <a:ext uri="{FF2B5EF4-FFF2-40B4-BE49-F238E27FC236}">
                  <a16:creationId xmlns:a16="http://schemas.microsoft.com/office/drawing/2014/main" id="{98BAEDF6-7F4E-18A3-0C64-2C318CC54637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32;g3dd6299f58b_0_111">
              <a:extLst>
                <a:ext uri="{FF2B5EF4-FFF2-40B4-BE49-F238E27FC236}">
                  <a16:creationId xmlns:a16="http://schemas.microsoft.com/office/drawing/2014/main" id="{57AD3B74-175D-86DA-6033-CF92C84ABB58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3;g3dd6299f58b_0_111">
              <a:extLst>
                <a:ext uri="{FF2B5EF4-FFF2-40B4-BE49-F238E27FC236}">
                  <a16:creationId xmlns:a16="http://schemas.microsoft.com/office/drawing/2014/main" id="{C1C14A44-7A3B-93C4-F358-F47856F066A5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4;g3dd6299f58b_0_111">
              <a:extLst>
                <a:ext uri="{FF2B5EF4-FFF2-40B4-BE49-F238E27FC236}">
                  <a16:creationId xmlns:a16="http://schemas.microsoft.com/office/drawing/2014/main" id="{863E1474-4901-35CE-CA31-805E3C5A356E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5;g3dd6299f58b_0_111">
              <a:extLst>
                <a:ext uri="{FF2B5EF4-FFF2-40B4-BE49-F238E27FC236}">
                  <a16:creationId xmlns:a16="http://schemas.microsoft.com/office/drawing/2014/main" id="{97DF9B37-724F-7274-4729-2749AA64995F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6;g3dd6299f58b_0_111">
              <a:extLst>
                <a:ext uri="{FF2B5EF4-FFF2-40B4-BE49-F238E27FC236}">
                  <a16:creationId xmlns:a16="http://schemas.microsoft.com/office/drawing/2014/main" id="{FA869057-7598-1EB6-17E0-288A161E74E8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7;g3dd6299f58b_0_111">
              <a:extLst>
                <a:ext uri="{FF2B5EF4-FFF2-40B4-BE49-F238E27FC236}">
                  <a16:creationId xmlns:a16="http://schemas.microsoft.com/office/drawing/2014/main" id="{162F9F15-C570-7631-DA27-2AE0904A3ED6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8;g3dd6299f58b_0_111">
              <a:extLst>
                <a:ext uri="{FF2B5EF4-FFF2-40B4-BE49-F238E27FC236}">
                  <a16:creationId xmlns:a16="http://schemas.microsoft.com/office/drawing/2014/main" id="{8249ED35-4DFB-B772-B7A6-0208AA021A38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9;g3dd6299f58b_0_111">
              <a:extLst>
                <a:ext uri="{FF2B5EF4-FFF2-40B4-BE49-F238E27FC236}">
                  <a16:creationId xmlns:a16="http://schemas.microsoft.com/office/drawing/2014/main" id="{173B792A-A2D8-0A95-6D6D-0CFBD1B93F85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40;g3dd6299f58b_0_111">
              <a:extLst>
                <a:ext uri="{FF2B5EF4-FFF2-40B4-BE49-F238E27FC236}">
                  <a16:creationId xmlns:a16="http://schemas.microsoft.com/office/drawing/2014/main" id="{FF54DFCC-9E1C-C757-3A37-0C0BE10855A2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41;g3dd6299f58b_0_111">
              <a:extLst>
                <a:ext uri="{FF2B5EF4-FFF2-40B4-BE49-F238E27FC236}">
                  <a16:creationId xmlns:a16="http://schemas.microsoft.com/office/drawing/2014/main" id="{AF75A0CB-366B-219A-F6C3-01029C808A9F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42;g3dd6299f58b_0_111">
              <a:extLst>
                <a:ext uri="{FF2B5EF4-FFF2-40B4-BE49-F238E27FC236}">
                  <a16:creationId xmlns:a16="http://schemas.microsoft.com/office/drawing/2014/main" id="{30964E47-E863-32E3-CC93-BF57B880BC1A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3;g3dd6299f58b_0_111">
              <a:extLst>
                <a:ext uri="{FF2B5EF4-FFF2-40B4-BE49-F238E27FC236}">
                  <a16:creationId xmlns:a16="http://schemas.microsoft.com/office/drawing/2014/main" id="{49CA4D96-AF4E-1BE3-2CF1-F3D3F007E403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4;g3dd6299f58b_0_111">
              <a:extLst>
                <a:ext uri="{FF2B5EF4-FFF2-40B4-BE49-F238E27FC236}">
                  <a16:creationId xmlns:a16="http://schemas.microsoft.com/office/drawing/2014/main" id="{2BA50E28-A693-A652-0F61-63EA2AD09A7F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5;g3dd6299f58b_0_111">
              <a:extLst>
                <a:ext uri="{FF2B5EF4-FFF2-40B4-BE49-F238E27FC236}">
                  <a16:creationId xmlns:a16="http://schemas.microsoft.com/office/drawing/2014/main" id="{892C7A17-606F-3059-497F-C9FF06B93414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6;g3dd6299f58b_0_111">
              <a:extLst>
                <a:ext uri="{FF2B5EF4-FFF2-40B4-BE49-F238E27FC236}">
                  <a16:creationId xmlns:a16="http://schemas.microsoft.com/office/drawing/2014/main" id="{1AF733B1-76C5-0F6A-B763-2FA53E56D434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7;g3dd6299f58b_0_111">
              <a:extLst>
                <a:ext uri="{FF2B5EF4-FFF2-40B4-BE49-F238E27FC236}">
                  <a16:creationId xmlns:a16="http://schemas.microsoft.com/office/drawing/2014/main" id="{37600090-5CBC-7043-E7CB-B84BF338BECA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8;g3dd6299f58b_0_111">
              <a:extLst>
                <a:ext uri="{FF2B5EF4-FFF2-40B4-BE49-F238E27FC236}">
                  <a16:creationId xmlns:a16="http://schemas.microsoft.com/office/drawing/2014/main" id="{638B4F13-CA81-7550-7F28-7B5B2FD08902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9;g3dd6299f58b_0_111">
              <a:extLst>
                <a:ext uri="{FF2B5EF4-FFF2-40B4-BE49-F238E27FC236}">
                  <a16:creationId xmlns:a16="http://schemas.microsoft.com/office/drawing/2014/main" id="{90A04179-633B-EE78-6332-7B3EE5EB3D7F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50;g3dd6299f58b_0_111">
              <a:extLst>
                <a:ext uri="{FF2B5EF4-FFF2-40B4-BE49-F238E27FC236}">
                  <a16:creationId xmlns:a16="http://schemas.microsoft.com/office/drawing/2014/main" id="{12EF9B2E-9F42-28EE-0447-FEAC76268F23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51;g3dd6299f58b_0_111">
              <a:extLst>
                <a:ext uri="{FF2B5EF4-FFF2-40B4-BE49-F238E27FC236}">
                  <a16:creationId xmlns:a16="http://schemas.microsoft.com/office/drawing/2014/main" id="{755C85C7-AE6E-C925-17AF-DAA549D142F7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52;g3dd6299f58b_0_111">
              <a:extLst>
                <a:ext uri="{FF2B5EF4-FFF2-40B4-BE49-F238E27FC236}">
                  <a16:creationId xmlns:a16="http://schemas.microsoft.com/office/drawing/2014/main" id="{7B38E224-F473-160A-8870-B9891FD0580C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3;g3dd6299f58b_0_111">
              <a:extLst>
                <a:ext uri="{FF2B5EF4-FFF2-40B4-BE49-F238E27FC236}">
                  <a16:creationId xmlns:a16="http://schemas.microsoft.com/office/drawing/2014/main" id="{8316A367-B9FB-43AE-3EB0-09BF2E5B7CB1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4;g3dd6299f58b_0_111">
              <a:extLst>
                <a:ext uri="{FF2B5EF4-FFF2-40B4-BE49-F238E27FC236}">
                  <a16:creationId xmlns:a16="http://schemas.microsoft.com/office/drawing/2014/main" id="{A15E1F0F-0685-A2E9-744B-42AF5EB8D920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5;g3dd6299f58b_0_111">
              <a:extLst>
                <a:ext uri="{FF2B5EF4-FFF2-40B4-BE49-F238E27FC236}">
                  <a16:creationId xmlns:a16="http://schemas.microsoft.com/office/drawing/2014/main" id="{59D2210E-1002-9937-CCA1-4A79684FA6A0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6;g3dd6299f58b_0_111">
              <a:extLst>
                <a:ext uri="{FF2B5EF4-FFF2-40B4-BE49-F238E27FC236}">
                  <a16:creationId xmlns:a16="http://schemas.microsoft.com/office/drawing/2014/main" id="{B00C3EE7-54C3-32F9-1D16-BAD398D26D39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7;g3dd6299f58b_0_111">
              <a:extLst>
                <a:ext uri="{FF2B5EF4-FFF2-40B4-BE49-F238E27FC236}">
                  <a16:creationId xmlns:a16="http://schemas.microsoft.com/office/drawing/2014/main" id="{5D603B92-E61E-4ECA-ABDA-A2BFD2F4477E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8;g3dd6299f58b_0_111">
              <a:extLst>
                <a:ext uri="{FF2B5EF4-FFF2-40B4-BE49-F238E27FC236}">
                  <a16:creationId xmlns:a16="http://schemas.microsoft.com/office/drawing/2014/main" id="{9F21A53F-A6E2-BE45-81F4-A87099029FFB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9;g3dd6299f58b_0_111">
              <a:extLst>
                <a:ext uri="{FF2B5EF4-FFF2-40B4-BE49-F238E27FC236}">
                  <a16:creationId xmlns:a16="http://schemas.microsoft.com/office/drawing/2014/main" id="{C74A4BF4-B664-E01F-4AA6-7BC2BB153E87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60;g3dd6299f58b_0_111">
              <a:extLst>
                <a:ext uri="{FF2B5EF4-FFF2-40B4-BE49-F238E27FC236}">
                  <a16:creationId xmlns:a16="http://schemas.microsoft.com/office/drawing/2014/main" id="{E3A49BCA-5227-6C09-3150-F8C0763606EE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61;g3dd6299f58b_0_111">
              <a:extLst>
                <a:ext uri="{FF2B5EF4-FFF2-40B4-BE49-F238E27FC236}">
                  <a16:creationId xmlns:a16="http://schemas.microsoft.com/office/drawing/2014/main" id="{BFE6C466-7500-0A73-637E-C8C9A3392D13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62;g3dd6299f58b_0_111">
              <a:extLst>
                <a:ext uri="{FF2B5EF4-FFF2-40B4-BE49-F238E27FC236}">
                  <a16:creationId xmlns:a16="http://schemas.microsoft.com/office/drawing/2014/main" id="{CFCEBFC0-494A-7644-234B-F0F6FA677966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LIVE DEMONSTRATION &amp; CUSTOM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lang="en-IN" dirty="0"/>
              <a:t>Project Screenshot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103628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1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365760" rIns="548640" rtlCol="0" anchor="ctr"/>
          <a:lstStyle/>
          <a:p>
            <a:pPr algn="ctr">
              <a:defRPr sz="1800" b="1">
                <a:solidFill>
                  <a:srgbClr val="8C1D22"/>
                </a:solidFill>
              </a:defRPr>
            </a:pPr>
            <a:r>
              <a:t>★ THIS PAGE IS RESERVED FOR YOUR CUSTOM EDITS &amp; LIVE DEMONSTRATION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You can customize this slide before or during your presentation with your preferred content: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 1. Live Software Demo Screenshots: Insert screenshots of the Dashboard, Orders View, or Inventory View.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 2. Agent Decision Log Snapshots: Paste a screenshot of the 18-step Chain-of-Thought logs generated during runtime.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 3. Team Contributions &amp; Division of Work: Detail individual team member responsibilities for project evaluation.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•  4. Examiner Question / Custom Faculty Notes: Use this slide to address specific advisor feedback or viva rubrics.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br/>
            <a:r>
              <a:t>[ CLICK HERE IN POWERPOINT TO INSERT SCREENSHOT / CODE / CUSTOM DIAGRAM ]</a:t>
            </a:r>
          </a:p>
        </p:txBody>
      </p:sp>
      <p:grpSp>
        <p:nvGrpSpPr>
          <p:cNvPr id="11" name="Google Shape;289;g3dd6299f58b_0_111">
            <a:extLst>
              <a:ext uri="{FF2B5EF4-FFF2-40B4-BE49-F238E27FC236}">
                <a16:creationId xmlns:a16="http://schemas.microsoft.com/office/drawing/2014/main" id="{DCF38706-05D7-A5F2-1694-226AE7FFB139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2" name="Google Shape;290;g3dd6299f58b_0_111">
              <a:extLst>
                <a:ext uri="{FF2B5EF4-FFF2-40B4-BE49-F238E27FC236}">
                  <a16:creationId xmlns:a16="http://schemas.microsoft.com/office/drawing/2014/main" id="{FDD395E5-97FD-5EC4-2E77-D0B0E8BC618F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" name="Google Shape;291;g3dd6299f58b_0_111">
              <a:extLst>
                <a:ext uri="{FF2B5EF4-FFF2-40B4-BE49-F238E27FC236}">
                  <a16:creationId xmlns:a16="http://schemas.microsoft.com/office/drawing/2014/main" id="{081181AF-05D6-4CA3-3462-8D08A0211C78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4" name="Google Shape;292;g3dd6299f58b_0_111">
                <a:extLst>
                  <a:ext uri="{FF2B5EF4-FFF2-40B4-BE49-F238E27FC236}">
                    <a16:creationId xmlns:a16="http://schemas.microsoft.com/office/drawing/2014/main" id="{649E4871-C200-7D54-324E-48BA16E936D9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Google Shape;293;g3dd6299f58b_0_111">
                <a:extLst>
                  <a:ext uri="{FF2B5EF4-FFF2-40B4-BE49-F238E27FC236}">
                    <a16:creationId xmlns:a16="http://schemas.microsoft.com/office/drawing/2014/main" id="{1E2D68BD-6529-BA6B-A7A6-FE9CD1019010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" name="Google Shape;294;g3dd6299f58b_0_111">
                <a:extLst>
                  <a:ext uri="{FF2B5EF4-FFF2-40B4-BE49-F238E27FC236}">
                    <a16:creationId xmlns:a16="http://schemas.microsoft.com/office/drawing/2014/main" id="{B36216DE-80ED-43A1-0862-8B206E413BFE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Google Shape;295;g3dd6299f58b_0_111">
                <a:extLst>
                  <a:ext uri="{FF2B5EF4-FFF2-40B4-BE49-F238E27FC236}">
                    <a16:creationId xmlns:a16="http://schemas.microsoft.com/office/drawing/2014/main" id="{50326B91-BB94-27BD-AABC-1E968E4AD66E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296;g3dd6299f58b_0_111">
                <a:extLst>
                  <a:ext uri="{FF2B5EF4-FFF2-40B4-BE49-F238E27FC236}">
                    <a16:creationId xmlns:a16="http://schemas.microsoft.com/office/drawing/2014/main" id="{39E00FD0-09A2-E99F-F3D7-04BA088AFAD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297;g3dd6299f58b_0_111">
                <a:extLst>
                  <a:ext uri="{FF2B5EF4-FFF2-40B4-BE49-F238E27FC236}">
                    <a16:creationId xmlns:a16="http://schemas.microsoft.com/office/drawing/2014/main" id="{E809DE80-2BED-44C6-0CD0-AE4822F07C32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98;g3dd6299f58b_0_111">
                <a:extLst>
                  <a:ext uri="{FF2B5EF4-FFF2-40B4-BE49-F238E27FC236}">
                    <a16:creationId xmlns:a16="http://schemas.microsoft.com/office/drawing/2014/main" id="{917B5A7C-CA55-178D-1D45-A60DFC2AE11C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9;g3dd6299f58b_0_111">
                <a:extLst>
                  <a:ext uri="{FF2B5EF4-FFF2-40B4-BE49-F238E27FC236}">
                    <a16:creationId xmlns:a16="http://schemas.microsoft.com/office/drawing/2014/main" id="{15BA369E-435E-72D2-4499-7271ACDB9AD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300;g3dd6299f58b_0_111">
                <a:extLst>
                  <a:ext uri="{FF2B5EF4-FFF2-40B4-BE49-F238E27FC236}">
                    <a16:creationId xmlns:a16="http://schemas.microsoft.com/office/drawing/2014/main" id="{E2805D60-0C10-E73C-B351-008A58B4B2B3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301;g3dd6299f58b_0_111">
                <a:extLst>
                  <a:ext uri="{FF2B5EF4-FFF2-40B4-BE49-F238E27FC236}">
                    <a16:creationId xmlns:a16="http://schemas.microsoft.com/office/drawing/2014/main" id="{1C5814A5-19E4-0200-19D4-CC7FAE8CF86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302;g3dd6299f58b_0_111">
                <a:extLst>
                  <a:ext uri="{FF2B5EF4-FFF2-40B4-BE49-F238E27FC236}">
                    <a16:creationId xmlns:a16="http://schemas.microsoft.com/office/drawing/2014/main" id="{0A979B23-E135-7639-8ECA-A6B2766EF9A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303;g3dd6299f58b_0_111">
                <a:extLst>
                  <a:ext uri="{FF2B5EF4-FFF2-40B4-BE49-F238E27FC236}">
                    <a16:creationId xmlns:a16="http://schemas.microsoft.com/office/drawing/2014/main" id="{FA4A8ED5-700A-3D68-437D-53066873C948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04;g3dd6299f58b_0_111">
                <a:extLst>
                  <a:ext uri="{FF2B5EF4-FFF2-40B4-BE49-F238E27FC236}">
                    <a16:creationId xmlns:a16="http://schemas.microsoft.com/office/drawing/2014/main" id="{54BC9633-8351-916D-D7DC-549FAC20D2C0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05;g3dd6299f58b_0_111">
                <a:extLst>
                  <a:ext uri="{FF2B5EF4-FFF2-40B4-BE49-F238E27FC236}">
                    <a16:creationId xmlns:a16="http://schemas.microsoft.com/office/drawing/2014/main" id="{164EFA62-CD04-CBF0-2E1A-5FC3A9AED786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6;g3dd6299f58b_0_111">
                <a:extLst>
                  <a:ext uri="{FF2B5EF4-FFF2-40B4-BE49-F238E27FC236}">
                    <a16:creationId xmlns:a16="http://schemas.microsoft.com/office/drawing/2014/main" id="{3724BD51-71B9-A70B-B6BF-FDEAE71065F5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7;g3dd6299f58b_0_111">
                <a:extLst>
                  <a:ext uri="{FF2B5EF4-FFF2-40B4-BE49-F238E27FC236}">
                    <a16:creationId xmlns:a16="http://schemas.microsoft.com/office/drawing/2014/main" id="{8CC8B0DA-632D-D0A4-1CD0-D553F67843AE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8;g3dd6299f58b_0_111">
                <a:extLst>
                  <a:ext uri="{FF2B5EF4-FFF2-40B4-BE49-F238E27FC236}">
                    <a16:creationId xmlns:a16="http://schemas.microsoft.com/office/drawing/2014/main" id="{7C751BEA-CC8B-4F7D-8493-616A036647D8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9;g3dd6299f58b_0_111">
                <a:extLst>
                  <a:ext uri="{FF2B5EF4-FFF2-40B4-BE49-F238E27FC236}">
                    <a16:creationId xmlns:a16="http://schemas.microsoft.com/office/drawing/2014/main" id="{06E0759E-B196-603E-EBC0-58884BAAE9DD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10;g3dd6299f58b_0_111">
                <a:extLst>
                  <a:ext uri="{FF2B5EF4-FFF2-40B4-BE49-F238E27FC236}">
                    <a16:creationId xmlns:a16="http://schemas.microsoft.com/office/drawing/2014/main" id="{369C77E2-455D-1414-D41F-82E55BD9D9A6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11;g3dd6299f58b_0_111">
                <a:extLst>
                  <a:ext uri="{FF2B5EF4-FFF2-40B4-BE49-F238E27FC236}">
                    <a16:creationId xmlns:a16="http://schemas.microsoft.com/office/drawing/2014/main" id="{6215E8E7-E77E-EC6C-9084-88D2F9C2C00E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12;g3dd6299f58b_0_111">
                <a:extLst>
                  <a:ext uri="{FF2B5EF4-FFF2-40B4-BE49-F238E27FC236}">
                    <a16:creationId xmlns:a16="http://schemas.microsoft.com/office/drawing/2014/main" id="{B6922513-FDD7-6A14-2E7E-DF653BDCBAB1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13;g3dd6299f58b_0_111">
                <a:extLst>
                  <a:ext uri="{FF2B5EF4-FFF2-40B4-BE49-F238E27FC236}">
                    <a16:creationId xmlns:a16="http://schemas.microsoft.com/office/drawing/2014/main" id="{3033D9AA-373D-4562-8CFD-4EE46610FC0A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14;g3dd6299f58b_0_111">
                <a:extLst>
                  <a:ext uri="{FF2B5EF4-FFF2-40B4-BE49-F238E27FC236}">
                    <a16:creationId xmlns:a16="http://schemas.microsoft.com/office/drawing/2014/main" id="{9B92509A-5D93-EAD5-3809-944604E137A1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15;g3dd6299f58b_0_111">
                <a:extLst>
                  <a:ext uri="{FF2B5EF4-FFF2-40B4-BE49-F238E27FC236}">
                    <a16:creationId xmlns:a16="http://schemas.microsoft.com/office/drawing/2014/main" id="{F8E826D5-565D-D15A-8ED6-1704AC6E4FBC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6;g3dd6299f58b_0_111">
                <a:extLst>
                  <a:ext uri="{FF2B5EF4-FFF2-40B4-BE49-F238E27FC236}">
                    <a16:creationId xmlns:a16="http://schemas.microsoft.com/office/drawing/2014/main" id="{6159A288-1E13-0723-911E-9476DCA8FF64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7;g3dd6299f58b_0_111">
                <a:extLst>
                  <a:ext uri="{FF2B5EF4-FFF2-40B4-BE49-F238E27FC236}">
                    <a16:creationId xmlns:a16="http://schemas.microsoft.com/office/drawing/2014/main" id="{8DEC3FC1-E2C5-496F-7C37-A6938955630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8;g3dd6299f58b_0_111">
                <a:extLst>
                  <a:ext uri="{FF2B5EF4-FFF2-40B4-BE49-F238E27FC236}">
                    <a16:creationId xmlns:a16="http://schemas.microsoft.com/office/drawing/2014/main" id="{E1768670-9860-9A28-CA13-CCBF33791F96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9;g3dd6299f58b_0_111">
                <a:extLst>
                  <a:ext uri="{FF2B5EF4-FFF2-40B4-BE49-F238E27FC236}">
                    <a16:creationId xmlns:a16="http://schemas.microsoft.com/office/drawing/2014/main" id="{DFE3698B-2A8B-C7EF-BE90-D45AE0972F0F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20;g3dd6299f58b_0_111">
                <a:extLst>
                  <a:ext uri="{FF2B5EF4-FFF2-40B4-BE49-F238E27FC236}">
                    <a16:creationId xmlns:a16="http://schemas.microsoft.com/office/drawing/2014/main" id="{9473CE52-1498-6060-246D-D290BE8A6AFB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21;g3dd6299f58b_0_111">
                <a:extLst>
                  <a:ext uri="{FF2B5EF4-FFF2-40B4-BE49-F238E27FC236}">
                    <a16:creationId xmlns:a16="http://schemas.microsoft.com/office/drawing/2014/main" id="{09110505-ECBA-8E67-CF34-04EA7E4C356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22;g3dd6299f58b_0_111">
                <a:extLst>
                  <a:ext uri="{FF2B5EF4-FFF2-40B4-BE49-F238E27FC236}">
                    <a16:creationId xmlns:a16="http://schemas.microsoft.com/office/drawing/2014/main" id="{B27FFA4C-C4C4-6E06-94BA-59B4C9D05902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23;g3dd6299f58b_0_111">
                <a:extLst>
                  <a:ext uri="{FF2B5EF4-FFF2-40B4-BE49-F238E27FC236}">
                    <a16:creationId xmlns:a16="http://schemas.microsoft.com/office/drawing/2014/main" id="{5A943D83-D20A-AEE8-8453-53FDFEFC27BC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24;g3dd6299f58b_0_111">
                <a:extLst>
                  <a:ext uri="{FF2B5EF4-FFF2-40B4-BE49-F238E27FC236}">
                    <a16:creationId xmlns:a16="http://schemas.microsoft.com/office/drawing/2014/main" id="{76C3BB1B-BBCD-1D32-3DC3-3E5C1478A439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25;g3dd6299f58b_0_111">
                <a:extLst>
                  <a:ext uri="{FF2B5EF4-FFF2-40B4-BE49-F238E27FC236}">
                    <a16:creationId xmlns:a16="http://schemas.microsoft.com/office/drawing/2014/main" id="{19CFDF53-70C4-19F4-2774-F6DB1EC9C116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6;g3dd6299f58b_0_111">
                <a:extLst>
                  <a:ext uri="{FF2B5EF4-FFF2-40B4-BE49-F238E27FC236}">
                    <a16:creationId xmlns:a16="http://schemas.microsoft.com/office/drawing/2014/main" id="{76882866-E7B0-9028-B16C-9EA130C3E807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7" name="Google Shape;327;g3dd6299f58b_0_111">
            <a:extLst>
              <a:ext uri="{FF2B5EF4-FFF2-40B4-BE49-F238E27FC236}">
                <a16:creationId xmlns:a16="http://schemas.microsoft.com/office/drawing/2014/main" id="{29DDDDD7-2C5F-3920-65E3-554DBF7451FD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88" name="Google Shape;328;g3dd6299f58b_0_111">
              <a:extLst>
                <a:ext uri="{FF2B5EF4-FFF2-40B4-BE49-F238E27FC236}">
                  <a16:creationId xmlns:a16="http://schemas.microsoft.com/office/drawing/2014/main" id="{0039551D-5D17-9D14-A9D2-B162AE3EA07E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9" name="Google Shape;329;g3dd6299f58b_0_111">
              <a:extLst>
                <a:ext uri="{FF2B5EF4-FFF2-40B4-BE49-F238E27FC236}">
                  <a16:creationId xmlns:a16="http://schemas.microsoft.com/office/drawing/2014/main" id="{7819AE09-88FF-ADBA-472F-8041B4BB2101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" name="Google Shape;330;g3dd6299f58b_0_111">
              <a:extLst>
                <a:ext uri="{FF2B5EF4-FFF2-40B4-BE49-F238E27FC236}">
                  <a16:creationId xmlns:a16="http://schemas.microsoft.com/office/drawing/2014/main" id="{6A6168C8-7C2C-7A9F-F3FC-899FF2FC75A6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331;g3dd6299f58b_0_111">
              <a:extLst>
                <a:ext uri="{FF2B5EF4-FFF2-40B4-BE49-F238E27FC236}">
                  <a16:creationId xmlns:a16="http://schemas.microsoft.com/office/drawing/2014/main" id="{C207BAA3-CAB8-9BBC-13EE-B1261F45A5E1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" name="Google Shape;332;g3dd6299f58b_0_111">
              <a:extLst>
                <a:ext uri="{FF2B5EF4-FFF2-40B4-BE49-F238E27FC236}">
                  <a16:creationId xmlns:a16="http://schemas.microsoft.com/office/drawing/2014/main" id="{900180D3-2AC6-D7CA-AC57-9B9B9083751C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" name="Google Shape;333;g3dd6299f58b_0_111">
              <a:extLst>
                <a:ext uri="{FF2B5EF4-FFF2-40B4-BE49-F238E27FC236}">
                  <a16:creationId xmlns:a16="http://schemas.microsoft.com/office/drawing/2014/main" id="{8361EAD7-F425-8216-E404-2CB94EABFBEC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334;g3dd6299f58b_0_111">
              <a:extLst>
                <a:ext uri="{FF2B5EF4-FFF2-40B4-BE49-F238E27FC236}">
                  <a16:creationId xmlns:a16="http://schemas.microsoft.com/office/drawing/2014/main" id="{C103E738-E583-3CCD-C302-A6338C5F3A0F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335;g3dd6299f58b_0_111">
              <a:extLst>
                <a:ext uri="{FF2B5EF4-FFF2-40B4-BE49-F238E27FC236}">
                  <a16:creationId xmlns:a16="http://schemas.microsoft.com/office/drawing/2014/main" id="{6B1251C5-F239-1BB2-4F40-85BF5592949E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336;g3dd6299f58b_0_111">
              <a:extLst>
                <a:ext uri="{FF2B5EF4-FFF2-40B4-BE49-F238E27FC236}">
                  <a16:creationId xmlns:a16="http://schemas.microsoft.com/office/drawing/2014/main" id="{3FBB84DF-9D9B-3457-CE43-4DCA7FB26E4B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337;g3dd6299f58b_0_111">
              <a:extLst>
                <a:ext uri="{FF2B5EF4-FFF2-40B4-BE49-F238E27FC236}">
                  <a16:creationId xmlns:a16="http://schemas.microsoft.com/office/drawing/2014/main" id="{C754913C-0437-6861-6EE2-E881E1728272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338;g3dd6299f58b_0_111">
              <a:extLst>
                <a:ext uri="{FF2B5EF4-FFF2-40B4-BE49-F238E27FC236}">
                  <a16:creationId xmlns:a16="http://schemas.microsoft.com/office/drawing/2014/main" id="{50A69922-C3BD-A45C-29AB-6CF24E7D6676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339;g3dd6299f58b_0_111">
              <a:extLst>
                <a:ext uri="{FF2B5EF4-FFF2-40B4-BE49-F238E27FC236}">
                  <a16:creationId xmlns:a16="http://schemas.microsoft.com/office/drawing/2014/main" id="{4CD67E76-6A03-D030-CB0A-1068818C5062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340;g3dd6299f58b_0_111">
              <a:extLst>
                <a:ext uri="{FF2B5EF4-FFF2-40B4-BE49-F238E27FC236}">
                  <a16:creationId xmlns:a16="http://schemas.microsoft.com/office/drawing/2014/main" id="{1C5ED975-8023-A141-1320-13089A96FD2B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341;g3dd6299f58b_0_111">
              <a:extLst>
                <a:ext uri="{FF2B5EF4-FFF2-40B4-BE49-F238E27FC236}">
                  <a16:creationId xmlns:a16="http://schemas.microsoft.com/office/drawing/2014/main" id="{CBF3B1DF-F7CF-F111-848B-19680ED64937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342;g3dd6299f58b_0_111">
              <a:extLst>
                <a:ext uri="{FF2B5EF4-FFF2-40B4-BE49-F238E27FC236}">
                  <a16:creationId xmlns:a16="http://schemas.microsoft.com/office/drawing/2014/main" id="{9D2AF1D8-1046-4355-E8BF-F64BF01493B0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343;g3dd6299f58b_0_111">
              <a:extLst>
                <a:ext uri="{FF2B5EF4-FFF2-40B4-BE49-F238E27FC236}">
                  <a16:creationId xmlns:a16="http://schemas.microsoft.com/office/drawing/2014/main" id="{95F1BE99-3120-E149-566B-4BB2DFF4F7C3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" name="Google Shape;344;g3dd6299f58b_0_111">
              <a:extLst>
                <a:ext uri="{FF2B5EF4-FFF2-40B4-BE49-F238E27FC236}">
                  <a16:creationId xmlns:a16="http://schemas.microsoft.com/office/drawing/2014/main" id="{FDDCA8C2-CB1A-F8F6-1B16-655FC10F5902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" name="Google Shape;345;g3dd6299f58b_0_111">
              <a:extLst>
                <a:ext uri="{FF2B5EF4-FFF2-40B4-BE49-F238E27FC236}">
                  <a16:creationId xmlns:a16="http://schemas.microsoft.com/office/drawing/2014/main" id="{0A29B0DB-3048-1411-4E5C-B056905B5985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" name="Google Shape;346;g3dd6299f58b_0_111">
              <a:extLst>
                <a:ext uri="{FF2B5EF4-FFF2-40B4-BE49-F238E27FC236}">
                  <a16:creationId xmlns:a16="http://schemas.microsoft.com/office/drawing/2014/main" id="{1E893926-3E18-DAF5-92ED-23D77AF259F6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347;g3dd6299f58b_0_111">
              <a:extLst>
                <a:ext uri="{FF2B5EF4-FFF2-40B4-BE49-F238E27FC236}">
                  <a16:creationId xmlns:a16="http://schemas.microsoft.com/office/drawing/2014/main" id="{43735516-ED3B-60F9-79C7-4AD8C9E63338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" name="Google Shape;348;g3dd6299f58b_0_111">
              <a:extLst>
                <a:ext uri="{FF2B5EF4-FFF2-40B4-BE49-F238E27FC236}">
                  <a16:creationId xmlns:a16="http://schemas.microsoft.com/office/drawing/2014/main" id="{92C33862-9995-5883-A937-E2CACC5125F7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" name="Google Shape;349;g3dd6299f58b_0_111">
              <a:extLst>
                <a:ext uri="{FF2B5EF4-FFF2-40B4-BE49-F238E27FC236}">
                  <a16:creationId xmlns:a16="http://schemas.microsoft.com/office/drawing/2014/main" id="{E69F112E-6A3B-843C-52AB-8D0121B6AF5C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" name="Google Shape;350;g3dd6299f58b_0_111">
              <a:extLst>
                <a:ext uri="{FF2B5EF4-FFF2-40B4-BE49-F238E27FC236}">
                  <a16:creationId xmlns:a16="http://schemas.microsoft.com/office/drawing/2014/main" id="{2916B292-9C7F-2662-6110-ACA014A136EF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351;g3dd6299f58b_0_111">
              <a:extLst>
                <a:ext uri="{FF2B5EF4-FFF2-40B4-BE49-F238E27FC236}">
                  <a16:creationId xmlns:a16="http://schemas.microsoft.com/office/drawing/2014/main" id="{93CBBFAB-2069-1634-C274-F0DBBCCC24BF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352;g3dd6299f58b_0_111">
              <a:extLst>
                <a:ext uri="{FF2B5EF4-FFF2-40B4-BE49-F238E27FC236}">
                  <a16:creationId xmlns:a16="http://schemas.microsoft.com/office/drawing/2014/main" id="{B6D1688F-4B61-56D8-F7B6-241EBD822CE7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353;g3dd6299f58b_0_111">
              <a:extLst>
                <a:ext uri="{FF2B5EF4-FFF2-40B4-BE49-F238E27FC236}">
                  <a16:creationId xmlns:a16="http://schemas.microsoft.com/office/drawing/2014/main" id="{5ECB4BC2-BD22-AFE1-180A-97D172DF09DF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354;g3dd6299f58b_0_111">
              <a:extLst>
                <a:ext uri="{FF2B5EF4-FFF2-40B4-BE49-F238E27FC236}">
                  <a16:creationId xmlns:a16="http://schemas.microsoft.com/office/drawing/2014/main" id="{00B852B4-6F38-E895-9C02-DF26FFFE95E6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355;g3dd6299f58b_0_111">
              <a:extLst>
                <a:ext uri="{FF2B5EF4-FFF2-40B4-BE49-F238E27FC236}">
                  <a16:creationId xmlns:a16="http://schemas.microsoft.com/office/drawing/2014/main" id="{6F7FAA5F-71C8-E29F-D8F3-25411FDAB77C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356;g3dd6299f58b_0_111">
              <a:extLst>
                <a:ext uri="{FF2B5EF4-FFF2-40B4-BE49-F238E27FC236}">
                  <a16:creationId xmlns:a16="http://schemas.microsoft.com/office/drawing/2014/main" id="{43A89EC9-3D9C-8EF4-EE33-FC02F35201DF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357;g3dd6299f58b_0_111">
              <a:extLst>
                <a:ext uri="{FF2B5EF4-FFF2-40B4-BE49-F238E27FC236}">
                  <a16:creationId xmlns:a16="http://schemas.microsoft.com/office/drawing/2014/main" id="{61EB4CBD-0B9B-98AB-130E-D196EEDE7787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358;g3dd6299f58b_0_111">
              <a:extLst>
                <a:ext uri="{FF2B5EF4-FFF2-40B4-BE49-F238E27FC236}">
                  <a16:creationId xmlns:a16="http://schemas.microsoft.com/office/drawing/2014/main" id="{DA7954C5-3D75-D8A9-3E45-A1F36FABBA19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359;g3dd6299f58b_0_111">
              <a:extLst>
                <a:ext uri="{FF2B5EF4-FFF2-40B4-BE49-F238E27FC236}">
                  <a16:creationId xmlns:a16="http://schemas.microsoft.com/office/drawing/2014/main" id="{5124BFE4-A863-7E71-8E3A-6C4C5930ED4A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360;g3dd6299f58b_0_111">
              <a:extLst>
                <a:ext uri="{FF2B5EF4-FFF2-40B4-BE49-F238E27FC236}">
                  <a16:creationId xmlns:a16="http://schemas.microsoft.com/office/drawing/2014/main" id="{8DE85CC3-0FF8-0FC7-0A04-8F91AD0A407B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361;g3dd6299f58b_0_111">
              <a:extLst>
                <a:ext uri="{FF2B5EF4-FFF2-40B4-BE49-F238E27FC236}">
                  <a16:creationId xmlns:a16="http://schemas.microsoft.com/office/drawing/2014/main" id="{881ED217-8D32-5401-4675-AD0D60F893B0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362;g3dd6299f58b_0_111">
              <a:extLst>
                <a:ext uri="{FF2B5EF4-FFF2-40B4-BE49-F238E27FC236}">
                  <a16:creationId xmlns:a16="http://schemas.microsoft.com/office/drawing/2014/main" id="{B02A5D3A-7717-9920-D5EE-A50AE4D6F442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24" name="Picture 123">
            <a:extLst>
              <a:ext uri="{FF2B5EF4-FFF2-40B4-BE49-F238E27FC236}">
                <a16:creationId xmlns:a16="http://schemas.microsoft.com/office/drawing/2014/main" id="{A310A466-03E6-C59B-7EC9-43D18E25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422" y="1617850"/>
            <a:ext cx="9369409" cy="432575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D173552C-3386-77B3-0340-4DE6E23E0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89034"/>
            <a:ext cx="4581831" cy="4427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ANALYSIS OF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dirty="0"/>
              <a:t>08. Solution Analysis: Strengths &amp; Weaknesses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4937760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 &amp; Competitive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402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✔ Zero-Failure Viva Reliability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Dual-agent fallback ensures 100% operational uptime even without internet access or OpenAI keys.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✔ Rigorous Buffer Preservation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Prevents stockouts by guaranteeing that emergency safety stock is strictly excluded from consumable production pool.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✔ Complete Auditability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Every single inference and calculation step is recorded with timestamps in persistent SQLite tables.</a:t>
            </a:r>
          </a:p>
          <a:p>
            <a:pPr>
              <a:defRPr sz="1200" b="1">
                <a:solidFill>
                  <a:srgbClr val="16A34A"/>
                </a:solidFill>
              </a:defRPr>
            </a:pPr>
            <a:r>
              <a:t>✔ Modern Lightweight Footprint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Built using Node.js native SQLite and Vite React — zero heavy build chains, C++ compiler or license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5448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4937760" cy="548640"/>
          </a:xfrm>
          <a:prstGeom prst="round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Limitations &amp; Operational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C1D22"/>
                </a:solidFill>
              </a:defRPr>
            </a:pPr>
            <a:r>
              <a:t>✖ Deterministic Lead-Time Assumption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Current logic assumes fixed supplier lead times (e.g. 7 days); does not yet model stochastic supply chain delays.</a:t>
            </a:r>
          </a:p>
          <a:p>
            <a:pPr>
              <a:defRPr sz="1200" b="1">
                <a:solidFill>
                  <a:srgbClr val="8C1D22"/>
                </a:solidFill>
              </a:defRPr>
            </a:pPr>
            <a:r>
              <a:t>✖ Single-Currency Cost Estimation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Financial calculations currently compute USD/INR in a single baseline currency without real-time exchange rates.</a:t>
            </a:r>
          </a:p>
          <a:p>
            <a:pPr>
              <a:defRPr sz="1200" b="1">
                <a:solidFill>
                  <a:srgbClr val="8C1D22"/>
                </a:solidFill>
              </a:defRPr>
            </a:pPr>
            <a:r>
              <a:t>✖ Single-Warehouse Topology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Currently optimizes for centralized storage bays rather than multi-echelon geographical depot distribution.</a:t>
            </a:r>
          </a:p>
          <a:p>
            <a:pPr>
              <a:defRPr sz="1200" b="1">
                <a:solidFill>
                  <a:srgbClr val="8C1D22"/>
                </a:solidFill>
              </a:defRPr>
            </a:pPr>
            <a:r>
              <a:t>✖ Manual PO Dispatch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Generated procurement orders currently export as PDF/JSON rather than directly triggering EDI / ERP supplier webhooks.</a:t>
            </a:r>
          </a:p>
        </p:txBody>
      </p:sp>
      <p:grpSp>
        <p:nvGrpSpPr>
          <p:cNvPr id="15" name="Google Shape;289;g3dd6299f58b_0_111">
            <a:extLst>
              <a:ext uri="{FF2B5EF4-FFF2-40B4-BE49-F238E27FC236}">
                <a16:creationId xmlns:a16="http://schemas.microsoft.com/office/drawing/2014/main" id="{F113FD6C-8673-E817-D21B-31EB21655FFA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6" name="Google Shape;290;g3dd6299f58b_0_111">
              <a:extLst>
                <a:ext uri="{FF2B5EF4-FFF2-40B4-BE49-F238E27FC236}">
                  <a16:creationId xmlns:a16="http://schemas.microsoft.com/office/drawing/2014/main" id="{A3849DC9-97F6-AA54-7C5F-787D14BB380A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" name="Google Shape;291;g3dd6299f58b_0_111">
              <a:extLst>
                <a:ext uri="{FF2B5EF4-FFF2-40B4-BE49-F238E27FC236}">
                  <a16:creationId xmlns:a16="http://schemas.microsoft.com/office/drawing/2014/main" id="{67D71CE9-7E51-DDB6-C81E-B3CC6A4F234E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" name="Google Shape;292;g3dd6299f58b_0_111">
                <a:extLst>
                  <a:ext uri="{FF2B5EF4-FFF2-40B4-BE49-F238E27FC236}">
                    <a16:creationId xmlns:a16="http://schemas.microsoft.com/office/drawing/2014/main" id="{026B4837-C6FF-88D9-0157-42BDF056E0D6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293;g3dd6299f58b_0_111">
                <a:extLst>
                  <a:ext uri="{FF2B5EF4-FFF2-40B4-BE49-F238E27FC236}">
                    <a16:creationId xmlns:a16="http://schemas.microsoft.com/office/drawing/2014/main" id="{37AF7E64-C41C-7F55-E08B-6E9B90AAEA1F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94;g3dd6299f58b_0_111">
                <a:extLst>
                  <a:ext uri="{FF2B5EF4-FFF2-40B4-BE49-F238E27FC236}">
                    <a16:creationId xmlns:a16="http://schemas.microsoft.com/office/drawing/2014/main" id="{5249A0C7-E049-2135-FD0B-8D599A34F25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5;g3dd6299f58b_0_111">
                <a:extLst>
                  <a:ext uri="{FF2B5EF4-FFF2-40B4-BE49-F238E27FC236}">
                    <a16:creationId xmlns:a16="http://schemas.microsoft.com/office/drawing/2014/main" id="{6B0E18D4-B24E-76B4-B41B-EA0E7ABE2180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6;g3dd6299f58b_0_111">
                <a:extLst>
                  <a:ext uri="{FF2B5EF4-FFF2-40B4-BE49-F238E27FC236}">
                    <a16:creationId xmlns:a16="http://schemas.microsoft.com/office/drawing/2014/main" id="{11C51383-69E4-C1FF-CDFF-ECD3D3C2E8BB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7;g3dd6299f58b_0_111">
                <a:extLst>
                  <a:ext uri="{FF2B5EF4-FFF2-40B4-BE49-F238E27FC236}">
                    <a16:creationId xmlns:a16="http://schemas.microsoft.com/office/drawing/2014/main" id="{10E381A5-123C-12B6-9C30-90E1E2890264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8;g3dd6299f58b_0_111">
                <a:extLst>
                  <a:ext uri="{FF2B5EF4-FFF2-40B4-BE49-F238E27FC236}">
                    <a16:creationId xmlns:a16="http://schemas.microsoft.com/office/drawing/2014/main" id="{99C6E560-9611-82CE-609B-384A911DD9DD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99;g3dd6299f58b_0_111">
                <a:extLst>
                  <a:ext uri="{FF2B5EF4-FFF2-40B4-BE49-F238E27FC236}">
                    <a16:creationId xmlns:a16="http://schemas.microsoft.com/office/drawing/2014/main" id="{A7F3CC9E-5D95-6D4B-6081-F50F163EDF8E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00;g3dd6299f58b_0_111">
                <a:extLst>
                  <a:ext uri="{FF2B5EF4-FFF2-40B4-BE49-F238E27FC236}">
                    <a16:creationId xmlns:a16="http://schemas.microsoft.com/office/drawing/2014/main" id="{49100107-0ADE-E9D1-FDFC-0E5F8BABEA97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01;g3dd6299f58b_0_111">
                <a:extLst>
                  <a:ext uri="{FF2B5EF4-FFF2-40B4-BE49-F238E27FC236}">
                    <a16:creationId xmlns:a16="http://schemas.microsoft.com/office/drawing/2014/main" id="{DD08C5C5-C0EA-C3D2-923B-E3018022D14C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2;g3dd6299f58b_0_111">
                <a:extLst>
                  <a:ext uri="{FF2B5EF4-FFF2-40B4-BE49-F238E27FC236}">
                    <a16:creationId xmlns:a16="http://schemas.microsoft.com/office/drawing/2014/main" id="{8BC78D96-24A4-A694-28BF-CEE762933E9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3;g3dd6299f58b_0_111">
                <a:extLst>
                  <a:ext uri="{FF2B5EF4-FFF2-40B4-BE49-F238E27FC236}">
                    <a16:creationId xmlns:a16="http://schemas.microsoft.com/office/drawing/2014/main" id="{7D1B1C2C-7EAC-8E04-0982-15CBD23E2B81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4;g3dd6299f58b_0_111">
                <a:extLst>
                  <a:ext uri="{FF2B5EF4-FFF2-40B4-BE49-F238E27FC236}">
                    <a16:creationId xmlns:a16="http://schemas.microsoft.com/office/drawing/2014/main" id="{452E5C29-36F4-ECAB-1937-6B98472DBE92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5;g3dd6299f58b_0_111">
                <a:extLst>
                  <a:ext uri="{FF2B5EF4-FFF2-40B4-BE49-F238E27FC236}">
                    <a16:creationId xmlns:a16="http://schemas.microsoft.com/office/drawing/2014/main" id="{5DDA443F-41E0-6763-1C13-8C8E98551FE8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6;g3dd6299f58b_0_111">
                <a:extLst>
                  <a:ext uri="{FF2B5EF4-FFF2-40B4-BE49-F238E27FC236}">
                    <a16:creationId xmlns:a16="http://schemas.microsoft.com/office/drawing/2014/main" id="{E618FFCE-6526-3BA3-C370-B6F1F56F7C0A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7;g3dd6299f58b_0_111">
                <a:extLst>
                  <a:ext uri="{FF2B5EF4-FFF2-40B4-BE49-F238E27FC236}">
                    <a16:creationId xmlns:a16="http://schemas.microsoft.com/office/drawing/2014/main" id="{CD28BE93-2106-B9FB-A727-10ED956CABC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8;g3dd6299f58b_0_111">
                <a:extLst>
                  <a:ext uri="{FF2B5EF4-FFF2-40B4-BE49-F238E27FC236}">
                    <a16:creationId xmlns:a16="http://schemas.microsoft.com/office/drawing/2014/main" id="{56030FBA-95F1-1494-1298-B5C16AFC64C9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09;g3dd6299f58b_0_111">
                <a:extLst>
                  <a:ext uri="{FF2B5EF4-FFF2-40B4-BE49-F238E27FC236}">
                    <a16:creationId xmlns:a16="http://schemas.microsoft.com/office/drawing/2014/main" id="{F2104218-A429-D6AA-F5C9-0AA5FA2574E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10;g3dd6299f58b_0_111">
                <a:extLst>
                  <a:ext uri="{FF2B5EF4-FFF2-40B4-BE49-F238E27FC236}">
                    <a16:creationId xmlns:a16="http://schemas.microsoft.com/office/drawing/2014/main" id="{4A882EED-A0CE-02A4-1CAE-E93B85736F94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11;g3dd6299f58b_0_111">
                <a:extLst>
                  <a:ext uri="{FF2B5EF4-FFF2-40B4-BE49-F238E27FC236}">
                    <a16:creationId xmlns:a16="http://schemas.microsoft.com/office/drawing/2014/main" id="{2E5FC3F2-98BB-FF8C-6086-D269BCD0DA6D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2;g3dd6299f58b_0_111">
                <a:extLst>
                  <a:ext uri="{FF2B5EF4-FFF2-40B4-BE49-F238E27FC236}">
                    <a16:creationId xmlns:a16="http://schemas.microsoft.com/office/drawing/2014/main" id="{8E00170A-2640-86E4-B00F-7B2CADABCAAD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3;g3dd6299f58b_0_111">
                <a:extLst>
                  <a:ext uri="{FF2B5EF4-FFF2-40B4-BE49-F238E27FC236}">
                    <a16:creationId xmlns:a16="http://schemas.microsoft.com/office/drawing/2014/main" id="{AC9A19B8-104E-6D5B-EA60-79E03D36B95D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4;g3dd6299f58b_0_111">
                <a:extLst>
                  <a:ext uri="{FF2B5EF4-FFF2-40B4-BE49-F238E27FC236}">
                    <a16:creationId xmlns:a16="http://schemas.microsoft.com/office/drawing/2014/main" id="{A2214AB0-ECFD-F6F3-C53C-57AA338B9B61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5;g3dd6299f58b_0_111">
                <a:extLst>
                  <a:ext uri="{FF2B5EF4-FFF2-40B4-BE49-F238E27FC236}">
                    <a16:creationId xmlns:a16="http://schemas.microsoft.com/office/drawing/2014/main" id="{90D1AF90-0ED6-AF75-884F-3669EB3C89B0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6;g3dd6299f58b_0_111">
                <a:extLst>
                  <a:ext uri="{FF2B5EF4-FFF2-40B4-BE49-F238E27FC236}">
                    <a16:creationId xmlns:a16="http://schemas.microsoft.com/office/drawing/2014/main" id="{211FA456-DE0C-4293-9084-F5FF8D70939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7;g3dd6299f58b_0_111">
                <a:extLst>
                  <a:ext uri="{FF2B5EF4-FFF2-40B4-BE49-F238E27FC236}">
                    <a16:creationId xmlns:a16="http://schemas.microsoft.com/office/drawing/2014/main" id="{F2B41AD8-1E46-68F0-58C1-1F706205CCBF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8;g3dd6299f58b_0_111">
                <a:extLst>
                  <a:ext uri="{FF2B5EF4-FFF2-40B4-BE49-F238E27FC236}">
                    <a16:creationId xmlns:a16="http://schemas.microsoft.com/office/drawing/2014/main" id="{F4D731D9-EA89-2E14-698B-DF4C8D0AB03C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19;g3dd6299f58b_0_111">
                <a:extLst>
                  <a:ext uri="{FF2B5EF4-FFF2-40B4-BE49-F238E27FC236}">
                    <a16:creationId xmlns:a16="http://schemas.microsoft.com/office/drawing/2014/main" id="{A9D94B39-0A24-78E4-B1A5-2784FB36ABE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20;g3dd6299f58b_0_111">
                <a:extLst>
                  <a:ext uri="{FF2B5EF4-FFF2-40B4-BE49-F238E27FC236}">
                    <a16:creationId xmlns:a16="http://schemas.microsoft.com/office/drawing/2014/main" id="{16FDF6DA-0EB1-3C8A-D35D-A52AFCDAA92C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21;g3dd6299f58b_0_111">
                <a:extLst>
                  <a:ext uri="{FF2B5EF4-FFF2-40B4-BE49-F238E27FC236}">
                    <a16:creationId xmlns:a16="http://schemas.microsoft.com/office/drawing/2014/main" id="{A280ECF4-77B6-0671-706B-D9AB4E6F4278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2;g3dd6299f58b_0_111">
                <a:extLst>
                  <a:ext uri="{FF2B5EF4-FFF2-40B4-BE49-F238E27FC236}">
                    <a16:creationId xmlns:a16="http://schemas.microsoft.com/office/drawing/2014/main" id="{298AF8A8-B40C-365A-638D-025555941B56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3;g3dd6299f58b_0_111">
                <a:extLst>
                  <a:ext uri="{FF2B5EF4-FFF2-40B4-BE49-F238E27FC236}">
                    <a16:creationId xmlns:a16="http://schemas.microsoft.com/office/drawing/2014/main" id="{8E28027B-FD20-3F95-54D8-D0F82336E71E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4;g3dd6299f58b_0_111">
                <a:extLst>
                  <a:ext uri="{FF2B5EF4-FFF2-40B4-BE49-F238E27FC236}">
                    <a16:creationId xmlns:a16="http://schemas.microsoft.com/office/drawing/2014/main" id="{D2BA9211-AF53-1E82-21B5-BA2BDB69DDD5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5;g3dd6299f58b_0_111">
                <a:extLst>
                  <a:ext uri="{FF2B5EF4-FFF2-40B4-BE49-F238E27FC236}">
                    <a16:creationId xmlns:a16="http://schemas.microsoft.com/office/drawing/2014/main" id="{128E9DE4-9EBB-762B-1A93-0B880C7AC91B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2" name="Google Shape;326;g3dd6299f58b_0_111">
                <a:extLst>
                  <a:ext uri="{FF2B5EF4-FFF2-40B4-BE49-F238E27FC236}">
                    <a16:creationId xmlns:a16="http://schemas.microsoft.com/office/drawing/2014/main" id="{AF277EFD-19D8-C70D-2090-770B3A198607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3" name="Google Shape;327;g3dd6299f58b_0_111">
            <a:extLst>
              <a:ext uri="{FF2B5EF4-FFF2-40B4-BE49-F238E27FC236}">
                <a16:creationId xmlns:a16="http://schemas.microsoft.com/office/drawing/2014/main" id="{2B86B2EC-8A5D-A814-A3B3-D87AAFD0D72D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4" name="Google Shape;328;g3dd6299f58b_0_111">
              <a:extLst>
                <a:ext uri="{FF2B5EF4-FFF2-40B4-BE49-F238E27FC236}">
                  <a16:creationId xmlns:a16="http://schemas.microsoft.com/office/drawing/2014/main" id="{0B9D0F3D-759C-7658-C4C1-E9E40E222BBF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329;g3dd6299f58b_0_111">
              <a:extLst>
                <a:ext uri="{FF2B5EF4-FFF2-40B4-BE49-F238E27FC236}">
                  <a16:creationId xmlns:a16="http://schemas.microsoft.com/office/drawing/2014/main" id="{49E5024F-6091-5BFA-5E2E-BDD7E6AB676B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330;g3dd6299f58b_0_111">
              <a:extLst>
                <a:ext uri="{FF2B5EF4-FFF2-40B4-BE49-F238E27FC236}">
                  <a16:creationId xmlns:a16="http://schemas.microsoft.com/office/drawing/2014/main" id="{5E984C89-0680-A2F4-20B3-FA7196AC96C4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31;g3dd6299f58b_0_111">
              <a:extLst>
                <a:ext uri="{FF2B5EF4-FFF2-40B4-BE49-F238E27FC236}">
                  <a16:creationId xmlns:a16="http://schemas.microsoft.com/office/drawing/2014/main" id="{F3B32E30-18C3-CD30-734F-038C57C44312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2;g3dd6299f58b_0_111">
              <a:extLst>
                <a:ext uri="{FF2B5EF4-FFF2-40B4-BE49-F238E27FC236}">
                  <a16:creationId xmlns:a16="http://schemas.microsoft.com/office/drawing/2014/main" id="{DE52F627-BFBA-C62B-0B88-F53FB93D9C77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3;g3dd6299f58b_0_111">
              <a:extLst>
                <a:ext uri="{FF2B5EF4-FFF2-40B4-BE49-F238E27FC236}">
                  <a16:creationId xmlns:a16="http://schemas.microsoft.com/office/drawing/2014/main" id="{E2A5A92B-3886-A9C1-40CE-23EB44EAB23D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4;g3dd6299f58b_0_111">
              <a:extLst>
                <a:ext uri="{FF2B5EF4-FFF2-40B4-BE49-F238E27FC236}">
                  <a16:creationId xmlns:a16="http://schemas.microsoft.com/office/drawing/2014/main" id="{51CC13AD-3623-0005-B350-39B750157243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5;g3dd6299f58b_0_111">
              <a:extLst>
                <a:ext uri="{FF2B5EF4-FFF2-40B4-BE49-F238E27FC236}">
                  <a16:creationId xmlns:a16="http://schemas.microsoft.com/office/drawing/2014/main" id="{2287B89B-B58C-4812-06E3-1BB4114EBDC5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6;g3dd6299f58b_0_111">
              <a:extLst>
                <a:ext uri="{FF2B5EF4-FFF2-40B4-BE49-F238E27FC236}">
                  <a16:creationId xmlns:a16="http://schemas.microsoft.com/office/drawing/2014/main" id="{060B9D50-4743-4192-5D57-E34A012594C8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7;g3dd6299f58b_0_111">
              <a:extLst>
                <a:ext uri="{FF2B5EF4-FFF2-40B4-BE49-F238E27FC236}">
                  <a16:creationId xmlns:a16="http://schemas.microsoft.com/office/drawing/2014/main" id="{8F0897EB-8329-7B50-5E82-6D946D678140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8;g3dd6299f58b_0_111">
              <a:extLst>
                <a:ext uri="{FF2B5EF4-FFF2-40B4-BE49-F238E27FC236}">
                  <a16:creationId xmlns:a16="http://schemas.microsoft.com/office/drawing/2014/main" id="{C1FD5F76-86F9-1AA9-41F6-3A3E9EBC6222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39;g3dd6299f58b_0_111">
              <a:extLst>
                <a:ext uri="{FF2B5EF4-FFF2-40B4-BE49-F238E27FC236}">
                  <a16:creationId xmlns:a16="http://schemas.microsoft.com/office/drawing/2014/main" id="{BE196923-A9C9-9CB9-98C4-1502CB37D16D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40;g3dd6299f58b_0_111">
              <a:extLst>
                <a:ext uri="{FF2B5EF4-FFF2-40B4-BE49-F238E27FC236}">
                  <a16:creationId xmlns:a16="http://schemas.microsoft.com/office/drawing/2014/main" id="{A58391A2-5405-099D-9674-B7EA8AF27E86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41;g3dd6299f58b_0_111">
              <a:extLst>
                <a:ext uri="{FF2B5EF4-FFF2-40B4-BE49-F238E27FC236}">
                  <a16:creationId xmlns:a16="http://schemas.microsoft.com/office/drawing/2014/main" id="{B3D7CB79-6CE8-0281-B6F7-7EE5C5D73C26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2;g3dd6299f58b_0_111">
              <a:extLst>
                <a:ext uri="{FF2B5EF4-FFF2-40B4-BE49-F238E27FC236}">
                  <a16:creationId xmlns:a16="http://schemas.microsoft.com/office/drawing/2014/main" id="{0D9715BF-A6E0-D500-D65C-EFEE23EC5AC3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3;g3dd6299f58b_0_111">
              <a:extLst>
                <a:ext uri="{FF2B5EF4-FFF2-40B4-BE49-F238E27FC236}">
                  <a16:creationId xmlns:a16="http://schemas.microsoft.com/office/drawing/2014/main" id="{A60512C4-C357-927F-FFC7-2779816331D0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4;g3dd6299f58b_0_111">
              <a:extLst>
                <a:ext uri="{FF2B5EF4-FFF2-40B4-BE49-F238E27FC236}">
                  <a16:creationId xmlns:a16="http://schemas.microsoft.com/office/drawing/2014/main" id="{42B7CF2B-A0CD-4273-12DF-EFE155238D6B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5;g3dd6299f58b_0_111">
              <a:extLst>
                <a:ext uri="{FF2B5EF4-FFF2-40B4-BE49-F238E27FC236}">
                  <a16:creationId xmlns:a16="http://schemas.microsoft.com/office/drawing/2014/main" id="{69707799-A996-5370-F02A-0EF519B7B4EC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6;g3dd6299f58b_0_111">
              <a:extLst>
                <a:ext uri="{FF2B5EF4-FFF2-40B4-BE49-F238E27FC236}">
                  <a16:creationId xmlns:a16="http://schemas.microsoft.com/office/drawing/2014/main" id="{89DA3A44-E304-ADA4-5ACD-38CD90B70819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7;g3dd6299f58b_0_111">
              <a:extLst>
                <a:ext uri="{FF2B5EF4-FFF2-40B4-BE49-F238E27FC236}">
                  <a16:creationId xmlns:a16="http://schemas.microsoft.com/office/drawing/2014/main" id="{35A8781B-5653-843F-49D8-70EB6F0B5007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8;g3dd6299f58b_0_111">
              <a:extLst>
                <a:ext uri="{FF2B5EF4-FFF2-40B4-BE49-F238E27FC236}">
                  <a16:creationId xmlns:a16="http://schemas.microsoft.com/office/drawing/2014/main" id="{6C084E1C-32F7-3BAD-16B5-E6E198E3A003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49;g3dd6299f58b_0_111">
              <a:extLst>
                <a:ext uri="{FF2B5EF4-FFF2-40B4-BE49-F238E27FC236}">
                  <a16:creationId xmlns:a16="http://schemas.microsoft.com/office/drawing/2014/main" id="{FB9AFC90-9B6A-D0B0-7B79-B555953DC8AB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50;g3dd6299f58b_0_111">
              <a:extLst>
                <a:ext uri="{FF2B5EF4-FFF2-40B4-BE49-F238E27FC236}">
                  <a16:creationId xmlns:a16="http://schemas.microsoft.com/office/drawing/2014/main" id="{04085614-9E40-5B14-BB74-FCA934866F9F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51;g3dd6299f58b_0_111">
              <a:extLst>
                <a:ext uri="{FF2B5EF4-FFF2-40B4-BE49-F238E27FC236}">
                  <a16:creationId xmlns:a16="http://schemas.microsoft.com/office/drawing/2014/main" id="{041B24DE-BC51-B147-DC16-58DBD5BDCF40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2;g3dd6299f58b_0_111">
              <a:extLst>
                <a:ext uri="{FF2B5EF4-FFF2-40B4-BE49-F238E27FC236}">
                  <a16:creationId xmlns:a16="http://schemas.microsoft.com/office/drawing/2014/main" id="{D26C4FB5-E39B-512C-FE1D-4A1B0972CF95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3;g3dd6299f58b_0_111">
              <a:extLst>
                <a:ext uri="{FF2B5EF4-FFF2-40B4-BE49-F238E27FC236}">
                  <a16:creationId xmlns:a16="http://schemas.microsoft.com/office/drawing/2014/main" id="{416C847F-B4DF-2121-72B5-B20A7B37ECAC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4;g3dd6299f58b_0_111">
              <a:extLst>
                <a:ext uri="{FF2B5EF4-FFF2-40B4-BE49-F238E27FC236}">
                  <a16:creationId xmlns:a16="http://schemas.microsoft.com/office/drawing/2014/main" id="{EF0EB35D-CD3F-8AD3-F9A8-6984EFBAC592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5;g3dd6299f58b_0_111">
              <a:extLst>
                <a:ext uri="{FF2B5EF4-FFF2-40B4-BE49-F238E27FC236}">
                  <a16:creationId xmlns:a16="http://schemas.microsoft.com/office/drawing/2014/main" id="{E0252FD6-0F2C-CE75-8B53-82214A58B3EF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6;g3dd6299f58b_0_111">
              <a:extLst>
                <a:ext uri="{FF2B5EF4-FFF2-40B4-BE49-F238E27FC236}">
                  <a16:creationId xmlns:a16="http://schemas.microsoft.com/office/drawing/2014/main" id="{008FA0A7-8428-87E5-18B3-8192C6ACCF38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7;g3dd6299f58b_0_111">
              <a:extLst>
                <a:ext uri="{FF2B5EF4-FFF2-40B4-BE49-F238E27FC236}">
                  <a16:creationId xmlns:a16="http://schemas.microsoft.com/office/drawing/2014/main" id="{35F157F5-68E0-B693-BC8E-0DDC0A3B6B32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8;g3dd6299f58b_0_111">
              <a:extLst>
                <a:ext uri="{FF2B5EF4-FFF2-40B4-BE49-F238E27FC236}">
                  <a16:creationId xmlns:a16="http://schemas.microsoft.com/office/drawing/2014/main" id="{65EBAA44-5983-32C0-BA13-112CA32519A8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59;g3dd6299f58b_0_111">
              <a:extLst>
                <a:ext uri="{FF2B5EF4-FFF2-40B4-BE49-F238E27FC236}">
                  <a16:creationId xmlns:a16="http://schemas.microsoft.com/office/drawing/2014/main" id="{03423424-09FA-321A-59D8-E1148DCF9497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60;g3dd6299f58b_0_111">
              <a:extLst>
                <a:ext uri="{FF2B5EF4-FFF2-40B4-BE49-F238E27FC236}">
                  <a16:creationId xmlns:a16="http://schemas.microsoft.com/office/drawing/2014/main" id="{C3F34980-5529-BE62-6D22-3A7FB641A475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61;g3dd6299f58b_0_111">
              <a:extLst>
                <a:ext uri="{FF2B5EF4-FFF2-40B4-BE49-F238E27FC236}">
                  <a16:creationId xmlns:a16="http://schemas.microsoft.com/office/drawing/2014/main" id="{65ACD4AF-9AE1-8038-2286-1E6E2FA47FA9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" name="Google Shape;362;g3dd6299f58b_0_111">
              <a:extLst>
                <a:ext uri="{FF2B5EF4-FFF2-40B4-BE49-F238E27FC236}">
                  <a16:creationId xmlns:a16="http://schemas.microsoft.com/office/drawing/2014/main" id="{C4C0127D-B936-754F-E594-4628E6214209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C1D22"/>
                </a:solidFill>
              </a:defRPr>
            </a:pPr>
            <a:r>
              <a:t>SYMBIOSIS INSTITUTE OF TECHNOLOGY, NAGPUR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22860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CONCLUSION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Conclusion &amp; Future Research Initiatives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91440"/>
          </a:xfrm>
          <a:prstGeom prst="rect">
            <a:avLst/>
          </a:prstGeom>
          <a:solidFill>
            <a:srgbClr val="8C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601968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SYMBIOSIS INTERNATIONAL (DEEMED UNIVERSITY) | Automated Raw Material Requirement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8C1D22"/>
                </a:solidFill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4937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916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C1D22"/>
                </a:solidFill>
              </a:defRPr>
            </a:pPr>
            <a:r>
              <a:t>Project Summary &amp; Achievements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Replaced manual, error-prone calculations with autonomous agentic intelligence.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Enforced strict mathematical preservation of warehouse safety stock buffers.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Engineered zero-dependency SQLite architecture with complete reasoning logs.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Empirically verified on benchmark manufacturing scenarios with high fidelity.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4937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Future Research &amp; Enhancements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Dynamic Supplier Bidding: Reverse auctions to dynamically choose optimal supplier.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Predictive Demand Forecasting: LSTM/Transformer integration for seasonality prediction.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ERP Webhook Integration: Direct dispatch of purchase orders via SAP/Netsuite APIs.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Multi-Echelon Optimization: Multi-hub inventory balancing across distributed warehouses.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4225" y="3977639"/>
            <a:ext cx="10362895" cy="2240280"/>
          </a:xfrm>
          <a:prstGeom prst="roundRect">
            <a:avLst/>
          </a:prstGeom>
          <a:solidFill>
            <a:srgbClr val="8C1D22"/>
          </a:solidFill>
          <a:ln w="12700">
            <a:solidFill>
              <a:srgbClr val="8C1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Thank You! </a:t>
            </a:r>
            <a:endParaRPr lang="en-IN" dirty="0"/>
          </a:p>
          <a:p>
            <a:pPr algn="ctr">
              <a:defRPr sz="2400" b="1">
                <a:solidFill>
                  <a:srgbClr val="FFFFFF"/>
                </a:solidFill>
              </a:defRPr>
            </a:pPr>
            <a:endParaRPr lang="en-IN" dirty="0"/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'An agent is not just a formula; it is a multi-step perception, verification, and audit loop that preserves safety reserves and guarantees operational continuity.'</a:t>
            </a:r>
          </a:p>
        </p:txBody>
      </p:sp>
      <p:grpSp>
        <p:nvGrpSpPr>
          <p:cNvPr id="14" name="Google Shape;289;g3dd6299f58b_0_111">
            <a:extLst>
              <a:ext uri="{FF2B5EF4-FFF2-40B4-BE49-F238E27FC236}">
                <a16:creationId xmlns:a16="http://schemas.microsoft.com/office/drawing/2014/main" id="{8E3768C2-D194-7A18-9C4D-A7CD8F116657}"/>
              </a:ext>
            </a:extLst>
          </p:cNvPr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5" name="Google Shape;290;g3dd6299f58b_0_111">
              <a:extLst>
                <a:ext uri="{FF2B5EF4-FFF2-40B4-BE49-F238E27FC236}">
                  <a16:creationId xmlns:a16="http://schemas.microsoft.com/office/drawing/2014/main" id="{F1A86108-03C5-D15C-4B59-FBF205977BCF}"/>
                </a:ext>
              </a:extLst>
            </p:cNvPr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" name="Google Shape;291;g3dd6299f58b_0_111">
              <a:extLst>
                <a:ext uri="{FF2B5EF4-FFF2-40B4-BE49-F238E27FC236}">
                  <a16:creationId xmlns:a16="http://schemas.microsoft.com/office/drawing/2014/main" id="{CD4ABC4D-88AE-769B-D5A4-88BE6D3AA95C}"/>
                </a:ext>
              </a:extLst>
            </p:cNvPr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7" name="Google Shape;292;g3dd6299f58b_0_111">
                <a:extLst>
                  <a:ext uri="{FF2B5EF4-FFF2-40B4-BE49-F238E27FC236}">
                    <a16:creationId xmlns:a16="http://schemas.microsoft.com/office/drawing/2014/main" id="{D7C00901-C8AF-0B44-1CE8-F4DDD21A72DA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293;g3dd6299f58b_0_111">
                <a:extLst>
                  <a:ext uri="{FF2B5EF4-FFF2-40B4-BE49-F238E27FC236}">
                    <a16:creationId xmlns:a16="http://schemas.microsoft.com/office/drawing/2014/main" id="{5C28F211-B457-3A4D-9693-24029DFD282F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294;g3dd6299f58b_0_111">
                <a:extLst>
                  <a:ext uri="{FF2B5EF4-FFF2-40B4-BE49-F238E27FC236}">
                    <a16:creationId xmlns:a16="http://schemas.microsoft.com/office/drawing/2014/main" id="{2EABE9AE-F94D-159B-803E-B6CCC709A0F3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95;g3dd6299f58b_0_111">
                <a:extLst>
                  <a:ext uri="{FF2B5EF4-FFF2-40B4-BE49-F238E27FC236}">
                    <a16:creationId xmlns:a16="http://schemas.microsoft.com/office/drawing/2014/main" id="{C4294C67-FB27-AE48-8188-3CA833E002F1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96;g3dd6299f58b_0_111">
                <a:extLst>
                  <a:ext uri="{FF2B5EF4-FFF2-40B4-BE49-F238E27FC236}">
                    <a16:creationId xmlns:a16="http://schemas.microsoft.com/office/drawing/2014/main" id="{654754A4-4C6D-1D10-707A-5FDA6EB93C37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97;g3dd6299f58b_0_111">
                <a:extLst>
                  <a:ext uri="{FF2B5EF4-FFF2-40B4-BE49-F238E27FC236}">
                    <a16:creationId xmlns:a16="http://schemas.microsoft.com/office/drawing/2014/main" id="{B36CE3D6-2C2F-EE13-A482-AEA28D901F33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98;g3dd6299f58b_0_111">
                <a:extLst>
                  <a:ext uri="{FF2B5EF4-FFF2-40B4-BE49-F238E27FC236}">
                    <a16:creationId xmlns:a16="http://schemas.microsoft.com/office/drawing/2014/main" id="{FD6D079A-24EF-DE30-CFD3-5889A9B9DC34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99;g3dd6299f58b_0_111">
                <a:extLst>
                  <a:ext uri="{FF2B5EF4-FFF2-40B4-BE49-F238E27FC236}">
                    <a16:creationId xmlns:a16="http://schemas.microsoft.com/office/drawing/2014/main" id="{6BB62129-DDD3-1FA6-E30C-44BD32197D3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300;g3dd6299f58b_0_111">
                <a:extLst>
                  <a:ext uri="{FF2B5EF4-FFF2-40B4-BE49-F238E27FC236}">
                    <a16:creationId xmlns:a16="http://schemas.microsoft.com/office/drawing/2014/main" id="{42A0067D-4545-3A36-E0A8-E7D8E7A0BEB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01;g3dd6299f58b_0_111">
                <a:extLst>
                  <a:ext uri="{FF2B5EF4-FFF2-40B4-BE49-F238E27FC236}">
                    <a16:creationId xmlns:a16="http://schemas.microsoft.com/office/drawing/2014/main" id="{115E9303-BAA4-08E1-DA4D-8E3F3FC958DA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02;g3dd6299f58b_0_111">
                <a:extLst>
                  <a:ext uri="{FF2B5EF4-FFF2-40B4-BE49-F238E27FC236}">
                    <a16:creationId xmlns:a16="http://schemas.microsoft.com/office/drawing/2014/main" id="{BBD91FB3-DB75-3542-5BFB-D1A0CF421E4D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03;g3dd6299f58b_0_111">
                <a:extLst>
                  <a:ext uri="{FF2B5EF4-FFF2-40B4-BE49-F238E27FC236}">
                    <a16:creationId xmlns:a16="http://schemas.microsoft.com/office/drawing/2014/main" id="{797FFC2D-370B-E9CD-3A12-E85A2D30FDE2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04;g3dd6299f58b_0_111">
                <a:extLst>
                  <a:ext uri="{FF2B5EF4-FFF2-40B4-BE49-F238E27FC236}">
                    <a16:creationId xmlns:a16="http://schemas.microsoft.com/office/drawing/2014/main" id="{6B61204F-169A-6CA0-4143-2EC9CDADDD08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5;g3dd6299f58b_0_111">
                <a:extLst>
                  <a:ext uri="{FF2B5EF4-FFF2-40B4-BE49-F238E27FC236}">
                    <a16:creationId xmlns:a16="http://schemas.microsoft.com/office/drawing/2014/main" id="{1ED4BEE2-FE57-DCE9-6E5A-82A351CE5B10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06;g3dd6299f58b_0_111">
                <a:extLst>
                  <a:ext uri="{FF2B5EF4-FFF2-40B4-BE49-F238E27FC236}">
                    <a16:creationId xmlns:a16="http://schemas.microsoft.com/office/drawing/2014/main" id="{9DDF3130-1A1A-8451-BC24-CE662DA9525A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07;g3dd6299f58b_0_111">
                <a:extLst>
                  <a:ext uri="{FF2B5EF4-FFF2-40B4-BE49-F238E27FC236}">
                    <a16:creationId xmlns:a16="http://schemas.microsoft.com/office/drawing/2014/main" id="{59365013-0F6A-A1F3-8F24-DCD6BF37ED18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08;g3dd6299f58b_0_111">
                <a:extLst>
                  <a:ext uri="{FF2B5EF4-FFF2-40B4-BE49-F238E27FC236}">
                    <a16:creationId xmlns:a16="http://schemas.microsoft.com/office/drawing/2014/main" id="{E6693ED4-5095-D6DE-01EF-890226F90515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09;g3dd6299f58b_0_111">
                <a:extLst>
                  <a:ext uri="{FF2B5EF4-FFF2-40B4-BE49-F238E27FC236}">
                    <a16:creationId xmlns:a16="http://schemas.microsoft.com/office/drawing/2014/main" id="{388BE6A0-0992-6940-1672-8B3A02B6040B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10;g3dd6299f58b_0_111">
                <a:extLst>
                  <a:ext uri="{FF2B5EF4-FFF2-40B4-BE49-F238E27FC236}">
                    <a16:creationId xmlns:a16="http://schemas.microsoft.com/office/drawing/2014/main" id="{13555409-5CC4-41EF-92B6-AC9FCECF028D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11;g3dd6299f58b_0_111">
                <a:extLst>
                  <a:ext uri="{FF2B5EF4-FFF2-40B4-BE49-F238E27FC236}">
                    <a16:creationId xmlns:a16="http://schemas.microsoft.com/office/drawing/2014/main" id="{500A068B-56E5-319F-C26E-2B1E3299508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12;g3dd6299f58b_0_111">
                <a:extLst>
                  <a:ext uri="{FF2B5EF4-FFF2-40B4-BE49-F238E27FC236}">
                    <a16:creationId xmlns:a16="http://schemas.microsoft.com/office/drawing/2014/main" id="{3B03CDF6-5AAE-D7ED-1D16-C86DB437A0D6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13;g3dd6299f58b_0_111">
                <a:extLst>
                  <a:ext uri="{FF2B5EF4-FFF2-40B4-BE49-F238E27FC236}">
                    <a16:creationId xmlns:a16="http://schemas.microsoft.com/office/drawing/2014/main" id="{C5DAAC61-B144-6E5C-85EB-906BD7FBCD0F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14;g3dd6299f58b_0_111">
                <a:extLst>
                  <a:ext uri="{FF2B5EF4-FFF2-40B4-BE49-F238E27FC236}">
                    <a16:creationId xmlns:a16="http://schemas.microsoft.com/office/drawing/2014/main" id="{5331D5BD-275E-8CF4-DECB-A0B0ABFB9694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15;g3dd6299f58b_0_111">
                <a:extLst>
                  <a:ext uri="{FF2B5EF4-FFF2-40B4-BE49-F238E27FC236}">
                    <a16:creationId xmlns:a16="http://schemas.microsoft.com/office/drawing/2014/main" id="{09392357-3393-1C3B-5EF1-BD5C892D42A0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16;g3dd6299f58b_0_111">
                <a:extLst>
                  <a:ext uri="{FF2B5EF4-FFF2-40B4-BE49-F238E27FC236}">
                    <a16:creationId xmlns:a16="http://schemas.microsoft.com/office/drawing/2014/main" id="{766B6C64-BBA0-F501-5DE7-4E01F8AD64AF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17;g3dd6299f58b_0_111">
                <a:extLst>
                  <a:ext uri="{FF2B5EF4-FFF2-40B4-BE49-F238E27FC236}">
                    <a16:creationId xmlns:a16="http://schemas.microsoft.com/office/drawing/2014/main" id="{E704B082-4C58-C234-A4E7-8941D4F710A6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" name="Google Shape;318;g3dd6299f58b_0_111">
                <a:extLst>
                  <a:ext uri="{FF2B5EF4-FFF2-40B4-BE49-F238E27FC236}">
                    <a16:creationId xmlns:a16="http://schemas.microsoft.com/office/drawing/2014/main" id="{EEB4EF96-55BC-C976-A37A-CDCE2650EDFB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" name="Google Shape;319;g3dd6299f58b_0_111">
                <a:extLst>
                  <a:ext uri="{FF2B5EF4-FFF2-40B4-BE49-F238E27FC236}">
                    <a16:creationId xmlns:a16="http://schemas.microsoft.com/office/drawing/2014/main" id="{4EB44FC8-8A1D-3E4A-3418-18F50B5981D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" name="Google Shape;320;g3dd6299f58b_0_111">
                <a:extLst>
                  <a:ext uri="{FF2B5EF4-FFF2-40B4-BE49-F238E27FC236}">
                    <a16:creationId xmlns:a16="http://schemas.microsoft.com/office/drawing/2014/main" id="{97CA665B-013C-32B6-D8A6-08DA3D807490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" name="Google Shape;321;g3dd6299f58b_0_111">
                <a:extLst>
                  <a:ext uri="{FF2B5EF4-FFF2-40B4-BE49-F238E27FC236}">
                    <a16:creationId xmlns:a16="http://schemas.microsoft.com/office/drawing/2014/main" id="{86852ED5-B65D-1E64-0ED6-37119BBCB237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" name="Google Shape;322;g3dd6299f58b_0_111">
                <a:extLst>
                  <a:ext uri="{FF2B5EF4-FFF2-40B4-BE49-F238E27FC236}">
                    <a16:creationId xmlns:a16="http://schemas.microsoft.com/office/drawing/2014/main" id="{06298C97-5741-027C-A7FC-5F17F0182623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" name="Google Shape;323;g3dd6299f58b_0_111">
                <a:extLst>
                  <a:ext uri="{FF2B5EF4-FFF2-40B4-BE49-F238E27FC236}">
                    <a16:creationId xmlns:a16="http://schemas.microsoft.com/office/drawing/2014/main" id="{F41CB03A-A377-1B28-426D-26A83E3AA855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" name="Google Shape;324;g3dd6299f58b_0_111">
                <a:extLst>
                  <a:ext uri="{FF2B5EF4-FFF2-40B4-BE49-F238E27FC236}">
                    <a16:creationId xmlns:a16="http://schemas.microsoft.com/office/drawing/2014/main" id="{5E5FABC3-E744-6C15-2F74-5A1EEAA1CFDB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" name="Google Shape;325;g3dd6299f58b_0_111">
                <a:extLst>
                  <a:ext uri="{FF2B5EF4-FFF2-40B4-BE49-F238E27FC236}">
                    <a16:creationId xmlns:a16="http://schemas.microsoft.com/office/drawing/2014/main" id="{E6D18269-50D4-1725-F6A9-0103C8BBF1A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" name="Google Shape;326;g3dd6299f58b_0_111">
                <a:extLst>
                  <a:ext uri="{FF2B5EF4-FFF2-40B4-BE49-F238E27FC236}">
                    <a16:creationId xmlns:a16="http://schemas.microsoft.com/office/drawing/2014/main" id="{6E82E55E-1412-1721-4247-0EAB54ED365E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2" name="Google Shape;327;g3dd6299f58b_0_111">
            <a:extLst>
              <a:ext uri="{FF2B5EF4-FFF2-40B4-BE49-F238E27FC236}">
                <a16:creationId xmlns:a16="http://schemas.microsoft.com/office/drawing/2014/main" id="{08756550-3B28-D31F-A832-10FD05F3C39F}"/>
              </a:ext>
            </a:extLst>
          </p:cNvPr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3" name="Google Shape;328;g3dd6299f58b_0_111">
              <a:extLst>
                <a:ext uri="{FF2B5EF4-FFF2-40B4-BE49-F238E27FC236}">
                  <a16:creationId xmlns:a16="http://schemas.microsoft.com/office/drawing/2014/main" id="{4586C263-C645-04D6-DC01-627742787667}"/>
                </a:ext>
              </a:extLst>
            </p:cNvPr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329;g3dd6299f58b_0_111">
              <a:extLst>
                <a:ext uri="{FF2B5EF4-FFF2-40B4-BE49-F238E27FC236}">
                  <a16:creationId xmlns:a16="http://schemas.microsoft.com/office/drawing/2014/main" id="{53B89DFF-A4ED-3E62-C559-A35FF91E9E1B}"/>
                </a:ext>
              </a:extLst>
            </p:cNvPr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330;g3dd6299f58b_0_111">
              <a:extLst>
                <a:ext uri="{FF2B5EF4-FFF2-40B4-BE49-F238E27FC236}">
                  <a16:creationId xmlns:a16="http://schemas.microsoft.com/office/drawing/2014/main" id="{4E461276-1CE0-D361-6000-B4E0A5A6E319}"/>
                </a:ext>
              </a:extLst>
            </p:cNvPr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331;g3dd6299f58b_0_111">
              <a:extLst>
                <a:ext uri="{FF2B5EF4-FFF2-40B4-BE49-F238E27FC236}">
                  <a16:creationId xmlns:a16="http://schemas.microsoft.com/office/drawing/2014/main" id="{54C4F2AB-FCCB-8336-7D5D-5084A0BD355D}"/>
                </a:ext>
              </a:extLst>
            </p:cNvPr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32;g3dd6299f58b_0_111">
              <a:extLst>
                <a:ext uri="{FF2B5EF4-FFF2-40B4-BE49-F238E27FC236}">
                  <a16:creationId xmlns:a16="http://schemas.microsoft.com/office/drawing/2014/main" id="{2A6E85F5-88F5-8ADE-9E0A-0F90D0714F99}"/>
                </a:ext>
              </a:extLst>
            </p:cNvPr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33;g3dd6299f58b_0_111">
              <a:extLst>
                <a:ext uri="{FF2B5EF4-FFF2-40B4-BE49-F238E27FC236}">
                  <a16:creationId xmlns:a16="http://schemas.microsoft.com/office/drawing/2014/main" id="{F8A590AA-DBEE-8DE9-94A0-8E3C01238B7C}"/>
                </a:ext>
              </a:extLst>
            </p:cNvPr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34;g3dd6299f58b_0_111">
              <a:extLst>
                <a:ext uri="{FF2B5EF4-FFF2-40B4-BE49-F238E27FC236}">
                  <a16:creationId xmlns:a16="http://schemas.microsoft.com/office/drawing/2014/main" id="{3A4E52E0-C7C5-202B-D5DB-29E10E520D5A}"/>
                </a:ext>
              </a:extLst>
            </p:cNvPr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35;g3dd6299f58b_0_111">
              <a:extLst>
                <a:ext uri="{FF2B5EF4-FFF2-40B4-BE49-F238E27FC236}">
                  <a16:creationId xmlns:a16="http://schemas.microsoft.com/office/drawing/2014/main" id="{F3BDF94F-A87A-A658-7B80-96DFB7ADF774}"/>
                </a:ext>
              </a:extLst>
            </p:cNvPr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36;g3dd6299f58b_0_111">
              <a:extLst>
                <a:ext uri="{FF2B5EF4-FFF2-40B4-BE49-F238E27FC236}">
                  <a16:creationId xmlns:a16="http://schemas.microsoft.com/office/drawing/2014/main" id="{A096D9DB-2828-E82C-3182-86595FD5520A}"/>
                </a:ext>
              </a:extLst>
            </p:cNvPr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37;g3dd6299f58b_0_111">
              <a:extLst>
                <a:ext uri="{FF2B5EF4-FFF2-40B4-BE49-F238E27FC236}">
                  <a16:creationId xmlns:a16="http://schemas.microsoft.com/office/drawing/2014/main" id="{E8D38ADE-0958-30AD-5B28-F472572A46B3}"/>
                </a:ext>
              </a:extLst>
            </p:cNvPr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38;g3dd6299f58b_0_111">
              <a:extLst>
                <a:ext uri="{FF2B5EF4-FFF2-40B4-BE49-F238E27FC236}">
                  <a16:creationId xmlns:a16="http://schemas.microsoft.com/office/drawing/2014/main" id="{8E000FE5-2A32-3FED-567E-CD1198FFD095}"/>
                </a:ext>
              </a:extLst>
            </p:cNvPr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39;g3dd6299f58b_0_111">
              <a:extLst>
                <a:ext uri="{FF2B5EF4-FFF2-40B4-BE49-F238E27FC236}">
                  <a16:creationId xmlns:a16="http://schemas.microsoft.com/office/drawing/2014/main" id="{14CEF9EC-B72B-F060-3BE0-40C46DE4ABE1}"/>
                </a:ext>
              </a:extLst>
            </p:cNvPr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40;g3dd6299f58b_0_111">
              <a:extLst>
                <a:ext uri="{FF2B5EF4-FFF2-40B4-BE49-F238E27FC236}">
                  <a16:creationId xmlns:a16="http://schemas.microsoft.com/office/drawing/2014/main" id="{80ECF464-3241-7F88-A84B-4C5C81C14BEB}"/>
                </a:ext>
              </a:extLst>
            </p:cNvPr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41;g3dd6299f58b_0_111">
              <a:extLst>
                <a:ext uri="{FF2B5EF4-FFF2-40B4-BE49-F238E27FC236}">
                  <a16:creationId xmlns:a16="http://schemas.microsoft.com/office/drawing/2014/main" id="{1C3ACAB2-B2A5-4F93-7B03-65D275C1E657}"/>
                </a:ext>
              </a:extLst>
            </p:cNvPr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42;g3dd6299f58b_0_111">
              <a:extLst>
                <a:ext uri="{FF2B5EF4-FFF2-40B4-BE49-F238E27FC236}">
                  <a16:creationId xmlns:a16="http://schemas.microsoft.com/office/drawing/2014/main" id="{DC20A6EE-6848-2D89-1B6A-989EB48D1E70}"/>
                </a:ext>
              </a:extLst>
            </p:cNvPr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43;g3dd6299f58b_0_111">
              <a:extLst>
                <a:ext uri="{FF2B5EF4-FFF2-40B4-BE49-F238E27FC236}">
                  <a16:creationId xmlns:a16="http://schemas.microsoft.com/office/drawing/2014/main" id="{E49C4C7C-4370-C43F-5F40-6C2B672AB8CD}"/>
                </a:ext>
              </a:extLst>
            </p:cNvPr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44;g3dd6299f58b_0_111">
              <a:extLst>
                <a:ext uri="{FF2B5EF4-FFF2-40B4-BE49-F238E27FC236}">
                  <a16:creationId xmlns:a16="http://schemas.microsoft.com/office/drawing/2014/main" id="{E14F7288-521D-1AC5-0A5D-F79B73C07F63}"/>
                </a:ext>
              </a:extLst>
            </p:cNvPr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45;g3dd6299f58b_0_111">
              <a:extLst>
                <a:ext uri="{FF2B5EF4-FFF2-40B4-BE49-F238E27FC236}">
                  <a16:creationId xmlns:a16="http://schemas.microsoft.com/office/drawing/2014/main" id="{546E009F-4730-7111-06D3-36116DF8BC9D}"/>
                </a:ext>
              </a:extLst>
            </p:cNvPr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46;g3dd6299f58b_0_111">
              <a:extLst>
                <a:ext uri="{FF2B5EF4-FFF2-40B4-BE49-F238E27FC236}">
                  <a16:creationId xmlns:a16="http://schemas.microsoft.com/office/drawing/2014/main" id="{2150BAC6-4C3E-F311-4DD3-7D50EEFF474C}"/>
                </a:ext>
              </a:extLst>
            </p:cNvPr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47;g3dd6299f58b_0_111">
              <a:extLst>
                <a:ext uri="{FF2B5EF4-FFF2-40B4-BE49-F238E27FC236}">
                  <a16:creationId xmlns:a16="http://schemas.microsoft.com/office/drawing/2014/main" id="{FB9492C0-4E90-4B79-9605-51F8B2825486}"/>
                </a:ext>
              </a:extLst>
            </p:cNvPr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48;g3dd6299f58b_0_111">
              <a:extLst>
                <a:ext uri="{FF2B5EF4-FFF2-40B4-BE49-F238E27FC236}">
                  <a16:creationId xmlns:a16="http://schemas.microsoft.com/office/drawing/2014/main" id="{0C1A3C04-941C-8D39-F79C-E2DEE76B7C5A}"/>
                </a:ext>
              </a:extLst>
            </p:cNvPr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49;g3dd6299f58b_0_111">
              <a:extLst>
                <a:ext uri="{FF2B5EF4-FFF2-40B4-BE49-F238E27FC236}">
                  <a16:creationId xmlns:a16="http://schemas.microsoft.com/office/drawing/2014/main" id="{2C96212D-3761-8DF2-30CE-EA4DECB2E86C}"/>
                </a:ext>
              </a:extLst>
            </p:cNvPr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50;g3dd6299f58b_0_111">
              <a:extLst>
                <a:ext uri="{FF2B5EF4-FFF2-40B4-BE49-F238E27FC236}">
                  <a16:creationId xmlns:a16="http://schemas.microsoft.com/office/drawing/2014/main" id="{F1963FF6-AE3F-2F81-B12D-B969DD41CBB2}"/>
                </a:ext>
              </a:extLst>
            </p:cNvPr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51;g3dd6299f58b_0_111">
              <a:extLst>
                <a:ext uri="{FF2B5EF4-FFF2-40B4-BE49-F238E27FC236}">
                  <a16:creationId xmlns:a16="http://schemas.microsoft.com/office/drawing/2014/main" id="{1C483AD0-A888-CC30-5287-1BFE3A7476C5}"/>
                </a:ext>
              </a:extLst>
            </p:cNvPr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52;g3dd6299f58b_0_111">
              <a:extLst>
                <a:ext uri="{FF2B5EF4-FFF2-40B4-BE49-F238E27FC236}">
                  <a16:creationId xmlns:a16="http://schemas.microsoft.com/office/drawing/2014/main" id="{5F6EC6F6-41EF-2FD9-DA49-92F1B8A42C93}"/>
                </a:ext>
              </a:extLst>
            </p:cNvPr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53;g3dd6299f58b_0_111">
              <a:extLst>
                <a:ext uri="{FF2B5EF4-FFF2-40B4-BE49-F238E27FC236}">
                  <a16:creationId xmlns:a16="http://schemas.microsoft.com/office/drawing/2014/main" id="{F428AA2A-CDA7-52BD-7B50-0E39076B41AF}"/>
                </a:ext>
              </a:extLst>
            </p:cNvPr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" name="Google Shape;354;g3dd6299f58b_0_111">
              <a:extLst>
                <a:ext uri="{FF2B5EF4-FFF2-40B4-BE49-F238E27FC236}">
                  <a16:creationId xmlns:a16="http://schemas.microsoft.com/office/drawing/2014/main" id="{07902DD4-E337-ED2D-C5C5-BCA5144C14DC}"/>
                </a:ext>
              </a:extLst>
            </p:cNvPr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" name="Google Shape;355;g3dd6299f58b_0_111">
              <a:extLst>
                <a:ext uri="{FF2B5EF4-FFF2-40B4-BE49-F238E27FC236}">
                  <a16:creationId xmlns:a16="http://schemas.microsoft.com/office/drawing/2014/main" id="{9095E8BB-A403-36A7-32CF-4B8964D37BC0}"/>
                </a:ext>
              </a:extLst>
            </p:cNvPr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356;g3dd6299f58b_0_111">
              <a:extLst>
                <a:ext uri="{FF2B5EF4-FFF2-40B4-BE49-F238E27FC236}">
                  <a16:creationId xmlns:a16="http://schemas.microsoft.com/office/drawing/2014/main" id="{16ABE8DD-930B-9A07-55EC-4345F94A34A5}"/>
                </a:ext>
              </a:extLst>
            </p:cNvPr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2" name="Google Shape;357;g3dd6299f58b_0_111">
              <a:extLst>
                <a:ext uri="{FF2B5EF4-FFF2-40B4-BE49-F238E27FC236}">
                  <a16:creationId xmlns:a16="http://schemas.microsoft.com/office/drawing/2014/main" id="{ED7B6B25-DB0C-14AB-0C95-6C85A5CB67BD}"/>
                </a:ext>
              </a:extLst>
            </p:cNvPr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" name="Google Shape;358;g3dd6299f58b_0_111">
              <a:extLst>
                <a:ext uri="{FF2B5EF4-FFF2-40B4-BE49-F238E27FC236}">
                  <a16:creationId xmlns:a16="http://schemas.microsoft.com/office/drawing/2014/main" id="{0FF862E2-A831-7570-E205-E0281BFCE816}"/>
                </a:ext>
              </a:extLst>
            </p:cNvPr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" name="Google Shape;359;g3dd6299f58b_0_111">
              <a:extLst>
                <a:ext uri="{FF2B5EF4-FFF2-40B4-BE49-F238E27FC236}">
                  <a16:creationId xmlns:a16="http://schemas.microsoft.com/office/drawing/2014/main" id="{05378152-81CC-1E70-53CF-75A1914094E7}"/>
                </a:ext>
              </a:extLst>
            </p:cNvPr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360;g3dd6299f58b_0_111">
              <a:extLst>
                <a:ext uri="{FF2B5EF4-FFF2-40B4-BE49-F238E27FC236}">
                  <a16:creationId xmlns:a16="http://schemas.microsoft.com/office/drawing/2014/main" id="{F6DD597B-291C-787D-39FB-A016A4843543}"/>
                </a:ext>
              </a:extLst>
            </p:cNvPr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" name="Google Shape;361;g3dd6299f58b_0_111">
              <a:extLst>
                <a:ext uri="{FF2B5EF4-FFF2-40B4-BE49-F238E27FC236}">
                  <a16:creationId xmlns:a16="http://schemas.microsoft.com/office/drawing/2014/main" id="{395F2637-BED9-C37A-872B-334ED7586B5F}"/>
                </a:ext>
              </a:extLst>
            </p:cNvPr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362;g3dd6299f58b_0_111">
              <a:extLst>
                <a:ext uri="{FF2B5EF4-FFF2-40B4-BE49-F238E27FC236}">
                  <a16:creationId xmlns:a16="http://schemas.microsoft.com/office/drawing/2014/main" id="{59F91B6D-8C09-0C1C-D3AC-DF88750E4722}"/>
                </a:ext>
              </a:extLst>
            </p:cNvPr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2295</Words>
  <Application>Microsoft Office PowerPoint</Application>
  <PresentationFormat>Widescreen</PresentationFormat>
  <Paragraphs>296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Madhur Wanjari</cp:lastModifiedBy>
  <cp:revision>2</cp:revision>
  <dcterms:created xsi:type="dcterms:W3CDTF">2013-01-27T09:14:16Z</dcterms:created>
  <dcterms:modified xsi:type="dcterms:W3CDTF">2026-09-20T08:43:03Z</dcterms:modified>
  <cp:category/>
</cp:coreProperties>
</file>